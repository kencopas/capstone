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94" r:id="rId2"/>
    <p:sldId id="295" r:id="rId3"/>
    <p:sldId id="291" r:id="rId4"/>
    <p:sldId id="283" r:id="rId5"/>
    <p:sldId id="270" r:id="rId6"/>
    <p:sldId id="264" r:id="rId7"/>
    <p:sldId id="266" r:id="rId8"/>
    <p:sldId id="286" r:id="rId9"/>
    <p:sldId id="285" r:id="rId10"/>
    <p:sldId id="287" r:id="rId11"/>
    <p:sldId id="288" r:id="rId12"/>
    <p:sldId id="279" r:id="rId13"/>
    <p:sldId id="260" r:id="rId14"/>
    <p:sldId id="297" r:id="rId15"/>
  </p:sldIdLst>
  <p:sldSz cx="12192000" cy="6858000"/>
  <p:notesSz cx="6858000" cy="9144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E64ACC62-D16F-4D46-8F20-66AA675645DB}">
          <p14:sldIdLst>
            <p14:sldId id="294"/>
            <p14:sldId id="295"/>
            <p14:sldId id="291"/>
            <p14:sldId id="283"/>
            <p14:sldId id="270"/>
            <p14:sldId id="264"/>
            <p14:sldId id="266"/>
            <p14:sldId id="286"/>
            <p14:sldId id="285"/>
            <p14:sldId id="287"/>
            <p14:sldId id="288"/>
            <p14:sldId id="279"/>
            <p14:sldId id="260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0FF"/>
    <a:srgbClr val="9F00FF"/>
    <a:srgbClr val="FFFFFF"/>
    <a:srgbClr val="7F7F7F"/>
    <a:srgbClr val="114A64"/>
    <a:srgbClr val="296A8B"/>
    <a:srgbClr val="D1D1D1"/>
    <a:srgbClr val="D2ECFA"/>
    <a:srgbClr val="156082"/>
    <a:srgbClr val="ABB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7AF5D-BEAA-4A54-862B-04C6C1CE6BC4}" v="1371" dt="2025-06-20T15:54:37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0581" autoAdjust="0"/>
  </p:normalViewPr>
  <p:slideViewPr>
    <p:cSldViewPr snapToGrid="0">
      <p:cViewPr varScale="1">
        <p:scale>
          <a:sx n="75" d="100"/>
          <a:sy n="75" d="100"/>
        </p:scale>
        <p:origin x="191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eth Copas" userId="acf87e8c-e0c4-48a9-850b-6aa06780f160" providerId="ADAL" clId="{5027AF5D-BEAA-4A54-862B-04C6C1CE6BC4}"/>
    <pc:docChg chg="undo redo custSel addSld delSld modSld sldOrd modMainMaster modSection">
      <pc:chgData name="Kenneth Copas" userId="acf87e8c-e0c4-48a9-850b-6aa06780f160" providerId="ADAL" clId="{5027AF5D-BEAA-4A54-862B-04C6C1CE6BC4}" dt="2025-06-20T15:54:37.316" v="11505"/>
      <pc:docMkLst>
        <pc:docMk/>
      </pc:docMkLst>
      <pc:sldChg chg="addSp delSp modSp mod modTransition">
        <pc:chgData name="Kenneth Copas" userId="acf87e8c-e0c4-48a9-850b-6aa06780f160" providerId="ADAL" clId="{5027AF5D-BEAA-4A54-862B-04C6C1CE6BC4}" dt="2025-06-20T15:54:37.316" v="11505"/>
        <pc:sldMkLst>
          <pc:docMk/>
          <pc:sldMk cId="1753993030" sldId="260"/>
        </pc:sldMkLst>
        <pc:spChg chg="add mod">
          <ac:chgData name="Kenneth Copas" userId="acf87e8c-e0c4-48a9-850b-6aa06780f160" providerId="ADAL" clId="{5027AF5D-BEAA-4A54-862B-04C6C1CE6BC4}" dt="2025-06-20T14:28:43.735" v="9772"/>
          <ac:spMkLst>
            <pc:docMk/>
            <pc:sldMk cId="1753993030" sldId="260"/>
            <ac:spMk id="9" creationId="{AD87127B-5483-A69F-2F52-DB0823BA64A8}"/>
          </ac:spMkLst>
        </pc:spChg>
        <pc:spChg chg="add mod">
          <ac:chgData name="Kenneth Copas" userId="acf87e8c-e0c4-48a9-850b-6aa06780f160" providerId="ADAL" clId="{5027AF5D-BEAA-4A54-862B-04C6C1CE6BC4}" dt="2025-06-20T14:39:20.195" v="10616" actId="2711"/>
          <ac:spMkLst>
            <pc:docMk/>
            <pc:sldMk cId="1753993030" sldId="260"/>
            <ac:spMk id="12" creationId="{B60FEFDE-B1FE-CEA2-9E61-4D458F276997}"/>
          </ac:spMkLst>
        </pc:spChg>
        <pc:spChg chg="add mod">
          <ac:chgData name="Kenneth Copas" userId="acf87e8c-e0c4-48a9-850b-6aa06780f160" providerId="ADAL" clId="{5027AF5D-BEAA-4A54-862B-04C6C1CE6BC4}" dt="2025-06-20T14:35:27.285" v="10408" actId="20577"/>
          <ac:spMkLst>
            <pc:docMk/>
            <pc:sldMk cId="1753993030" sldId="260"/>
            <ac:spMk id="13" creationId="{512AC1EB-11CE-B95D-6308-B507FA7A97D0}"/>
          </ac:spMkLst>
        </pc:spChg>
        <pc:graphicFrameChg chg="mod modGraphic">
          <ac:chgData name="Kenneth Copas" userId="acf87e8c-e0c4-48a9-850b-6aa06780f160" providerId="ADAL" clId="{5027AF5D-BEAA-4A54-862B-04C6C1CE6BC4}" dt="2025-06-20T15:13:41.102" v="11308" actId="20577"/>
          <ac:graphicFrameMkLst>
            <pc:docMk/>
            <pc:sldMk cId="1753993030" sldId="260"/>
            <ac:graphicFrameMk id="4" creationId="{5910A06E-A0C1-FA0D-6450-B3FF36D8B785}"/>
          </ac:graphicFrameMkLst>
        </pc:graphicFrameChg>
      </pc:sldChg>
      <pc:sldChg chg="addSp delSp modSp mod modTransition">
        <pc:chgData name="Kenneth Copas" userId="acf87e8c-e0c4-48a9-850b-6aa06780f160" providerId="ADAL" clId="{5027AF5D-BEAA-4A54-862B-04C6C1CE6BC4}" dt="2025-06-20T15:54:37.316" v="11505"/>
        <pc:sldMkLst>
          <pc:docMk/>
          <pc:sldMk cId="3220776107" sldId="264"/>
        </pc:sldMkLst>
        <pc:spChg chg="add del mod">
          <ac:chgData name="Kenneth Copas" userId="acf87e8c-e0c4-48a9-850b-6aa06780f160" providerId="ADAL" clId="{5027AF5D-BEAA-4A54-862B-04C6C1CE6BC4}" dt="2025-06-20T14:39:04.187" v="10614" actId="2711"/>
          <ac:spMkLst>
            <pc:docMk/>
            <pc:sldMk cId="3220776107" sldId="264"/>
            <ac:spMk id="2" creationId="{87C6E40F-CC24-D616-A902-B3CFE5C0E9DC}"/>
          </ac:spMkLst>
        </pc:spChg>
        <pc:spChg chg="add mod ord">
          <ac:chgData name="Kenneth Copas" userId="acf87e8c-e0c4-48a9-850b-6aa06780f160" providerId="ADAL" clId="{5027AF5D-BEAA-4A54-862B-04C6C1CE6BC4}" dt="2025-06-18T20:48:13.976" v="5728" actId="167"/>
          <ac:spMkLst>
            <pc:docMk/>
            <pc:sldMk cId="3220776107" sldId="264"/>
            <ac:spMk id="11" creationId="{0FD6C4DF-C076-22EF-97A8-959404D05ED4}"/>
          </ac:spMkLst>
        </pc:spChg>
        <pc:spChg chg="add mod">
          <ac:chgData name="Kenneth Copas" userId="acf87e8c-e0c4-48a9-850b-6aa06780f160" providerId="ADAL" clId="{5027AF5D-BEAA-4A54-862B-04C6C1CE6BC4}" dt="2025-06-18T20:48:34.021" v="5751" actId="20577"/>
          <ac:spMkLst>
            <pc:docMk/>
            <pc:sldMk cId="3220776107" sldId="264"/>
            <ac:spMk id="14" creationId="{D83F023A-303D-3379-B7C1-DBC252143B6A}"/>
          </ac:spMkLst>
        </pc:spChg>
        <pc:picChg chg="add del mod">
          <ac:chgData name="Kenneth Copas" userId="acf87e8c-e0c4-48a9-850b-6aa06780f160" providerId="ADAL" clId="{5027AF5D-BEAA-4A54-862B-04C6C1CE6BC4}" dt="2025-06-20T14:12:25.258" v="9655" actId="1076"/>
          <ac:picMkLst>
            <pc:docMk/>
            <pc:sldMk cId="3220776107" sldId="264"/>
            <ac:picMk id="4" creationId="{80B6A02B-5973-8D34-8070-88566F5D65B8}"/>
          </ac:picMkLst>
        </pc:picChg>
      </pc:sldChg>
      <pc:sldChg chg="addSp delSp modSp mod modTransition setBg">
        <pc:chgData name="Kenneth Copas" userId="acf87e8c-e0c4-48a9-850b-6aa06780f160" providerId="ADAL" clId="{5027AF5D-BEAA-4A54-862B-04C6C1CE6BC4}" dt="2025-06-20T15:54:37.316" v="11505"/>
        <pc:sldMkLst>
          <pc:docMk/>
          <pc:sldMk cId="2899819684" sldId="266"/>
        </pc:sldMkLst>
        <pc:spChg chg="mod">
          <ac:chgData name="Kenneth Copas" userId="acf87e8c-e0c4-48a9-850b-6aa06780f160" providerId="ADAL" clId="{5027AF5D-BEAA-4A54-862B-04C6C1CE6BC4}" dt="2025-06-20T14:15:20.383" v="9680" actId="164"/>
          <ac:spMkLst>
            <pc:docMk/>
            <pc:sldMk cId="2899819684" sldId="266"/>
            <ac:spMk id="2" creationId="{2524F64B-C6F1-E3ED-E40D-D32C760AEED3}"/>
          </ac:spMkLst>
        </pc:spChg>
        <pc:spChg chg="mod">
          <ac:chgData name="Kenneth Copas" userId="acf87e8c-e0c4-48a9-850b-6aa06780f160" providerId="ADAL" clId="{5027AF5D-BEAA-4A54-862B-04C6C1CE6BC4}" dt="2025-06-20T14:15:20.383" v="9680" actId="164"/>
          <ac:spMkLst>
            <pc:docMk/>
            <pc:sldMk cId="2899819684" sldId="266"/>
            <ac:spMk id="3" creationId="{A5A844DE-19C0-D2A9-6C50-F8E414EBF116}"/>
          </ac:spMkLst>
        </pc:spChg>
        <pc:spChg chg="mod">
          <ac:chgData name="Kenneth Copas" userId="acf87e8c-e0c4-48a9-850b-6aa06780f160" providerId="ADAL" clId="{5027AF5D-BEAA-4A54-862B-04C6C1CE6BC4}" dt="2025-06-20T14:15:20.383" v="9680" actId="164"/>
          <ac:spMkLst>
            <pc:docMk/>
            <pc:sldMk cId="2899819684" sldId="266"/>
            <ac:spMk id="4" creationId="{7BEE8F3A-E199-CF90-260E-5BD42B4A0D6E}"/>
          </ac:spMkLst>
        </pc:spChg>
        <pc:spChg chg="mod">
          <ac:chgData name="Kenneth Copas" userId="acf87e8c-e0c4-48a9-850b-6aa06780f160" providerId="ADAL" clId="{5027AF5D-BEAA-4A54-862B-04C6C1CE6BC4}" dt="2025-06-20T14:15:20.383" v="9680" actId="164"/>
          <ac:spMkLst>
            <pc:docMk/>
            <pc:sldMk cId="2899819684" sldId="266"/>
            <ac:spMk id="5" creationId="{BA54C8E4-ED73-3A8D-CC4F-40EADF910392}"/>
          </ac:spMkLst>
        </pc:spChg>
        <pc:spChg chg="mod topLvl">
          <ac:chgData name="Kenneth Copas" userId="acf87e8c-e0c4-48a9-850b-6aa06780f160" providerId="ADAL" clId="{5027AF5D-BEAA-4A54-862B-04C6C1CE6BC4}" dt="2025-06-20T14:14:47.471" v="9678" actId="164"/>
          <ac:spMkLst>
            <pc:docMk/>
            <pc:sldMk cId="2899819684" sldId="266"/>
            <ac:spMk id="9" creationId="{765236A4-EEF2-47DC-E544-EB0989C2683C}"/>
          </ac:spMkLst>
        </pc:spChg>
        <pc:spChg chg="add mod ord">
          <ac:chgData name="Kenneth Copas" userId="acf87e8c-e0c4-48a9-850b-6aa06780f160" providerId="ADAL" clId="{5027AF5D-BEAA-4A54-862B-04C6C1CE6BC4}" dt="2025-06-18T20:56:04.553" v="6355" actId="14100"/>
          <ac:spMkLst>
            <pc:docMk/>
            <pc:sldMk cId="2899819684" sldId="266"/>
            <ac:spMk id="10" creationId="{D89C2DFC-8FE3-47CA-37FA-4B8EC93C82BD}"/>
          </ac:spMkLst>
        </pc:spChg>
        <pc:spChg chg="add mod">
          <ac:chgData name="Kenneth Copas" userId="acf87e8c-e0c4-48a9-850b-6aa06780f160" providerId="ADAL" clId="{5027AF5D-BEAA-4A54-862B-04C6C1CE6BC4}" dt="2025-06-20T14:38:56.579" v="10613" actId="2711"/>
          <ac:spMkLst>
            <pc:docMk/>
            <pc:sldMk cId="2899819684" sldId="266"/>
            <ac:spMk id="11" creationId="{5CB29FD8-958B-60CF-6B62-0E1787EC1D14}"/>
          </ac:spMkLst>
        </pc:spChg>
        <pc:spChg chg="add mod">
          <ac:chgData name="Kenneth Copas" userId="acf87e8c-e0c4-48a9-850b-6aa06780f160" providerId="ADAL" clId="{5027AF5D-BEAA-4A54-862B-04C6C1CE6BC4}" dt="2025-06-18T21:09:01.905" v="6750" actId="1035"/>
          <ac:spMkLst>
            <pc:docMk/>
            <pc:sldMk cId="2899819684" sldId="266"/>
            <ac:spMk id="16" creationId="{B03C07BA-6DDF-AFE5-28CE-1A84FD2A63A5}"/>
          </ac:spMkLst>
        </pc:spChg>
        <pc:grpChg chg="add mod ord">
          <ac:chgData name="Kenneth Copas" userId="acf87e8c-e0c4-48a9-850b-6aa06780f160" providerId="ADAL" clId="{5027AF5D-BEAA-4A54-862B-04C6C1CE6BC4}" dt="2025-06-20T14:15:20.383" v="9680" actId="164"/>
          <ac:grpSpMkLst>
            <pc:docMk/>
            <pc:sldMk cId="2899819684" sldId="266"/>
            <ac:grpSpMk id="25" creationId="{AEB22612-0D0E-FD58-3C1E-9AFED26B8EA2}"/>
          </ac:grpSpMkLst>
        </pc:grpChg>
        <pc:grpChg chg="add mod">
          <ac:chgData name="Kenneth Copas" userId="acf87e8c-e0c4-48a9-850b-6aa06780f160" providerId="ADAL" clId="{5027AF5D-BEAA-4A54-862B-04C6C1CE6BC4}" dt="2025-06-20T14:15:20.383" v="9680" actId="164"/>
          <ac:grpSpMkLst>
            <pc:docMk/>
            <pc:sldMk cId="2899819684" sldId="266"/>
            <ac:grpSpMk id="26" creationId="{2C3E5FCE-5BAD-6B25-04E7-A9218F9E2FCB}"/>
          </ac:grpSpMkLst>
        </pc:grpChg>
        <pc:picChg chg="mod topLvl">
          <ac:chgData name="Kenneth Copas" userId="acf87e8c-e0c4-48a9-850b-6aa06780f160" providerId="ADAL" clId="{5027AF5D-BEAA-4A54-862B-04C6C1CE6BC4}" dt="2025-06-20T14:14:47.471" v="9678" actId="164"/>
          <ac:picMkLst>
            <pc:docMk/>
            <pc:sldMk cId="2899819684" sldId="266"/>
            <ac:picMk id="13" creationId="{EDF885A8-86E6-5FC7-72B2-4B2BCCFF495B}"/>
          </ac:picMkLst>
        </pc:picChg>
        <pc:inkChg chg="add mod">
          <ac:chgData name="Kenneth Copas" userId="acf87e8c-e0c4-48a9-850b-6aa06780f160" providerId="ADAL" clId="{5027AF5D-BEAA-4A54-862B-04C6C1CE6BC4}" dt="2025-06-20T14:13:28.786" v="9666"/>
          <ac:inkMkLst>
            <pc:docMk/>
            <pc:sldMk cId="2899819684" sldId="266"/>
            <ac:inkMk id="17" creationId="{8BBB771F-612B-574C-58E3-92EA895DCDD1}"/>
          </ac:inkMkLst>
        </pc:inkChg>
        <pc:inkChg chg="add">
          <ac:chgData name="Kenneth Copas" userId="acf87e8c-e0c4-48a9-850b-6aa06780f160" providerId="ADAL" clId="{5027AF5D-BEAA-4A54-862B-04C6C1CE6BC4}" dt="2025-06-20T14:13:40.351" v="9667" actId="9405"/>
          <ac:inkMkLst>
            <pc:docMk/>
            <pc:sldMk cId="2899819684" sldId="266"/>
            <ac:inkMk id="18" creationId="{3808365E-EDAC-DA6F-FB8D-E47AC9EB325E}"/>
          </ac:inkMkLst>
        </pc:inkChg>
        <pc:inkChg chg="add">
          <ac:chgData name="Kenneth Copas" userId="acf87e8c-e0c4-48a9-850b-6aa06780f160" providerId="ADAL" clId="{5027AF5D-BEAA-4A54-862B-04C6C1CE6BC4}" dt="2025-06-20T14:13:48.079" v="9670" actId="9405"/>
          <ac:inkMkLst>
            <pc:docMk/>
            <pc:sldMk cId="2899819684" sldId="266"/>
            <ac:inkMk id="20" creationId="{A2E25C39-0562-1257-E3D9-0648019DE98E}"/>
          </ac:inkMkLst>
        </pc:inkChg>
        <pc:inkChg chg="add">
          <ac:chgData name="Kenneth Copas" userId="acf87e8c-e0c4-48a9-850b-6aa06780f160" providerId="ADAL" clId="{5027AF5D-BEAA-4A54-862B-04C6C1CE6BC4}" dt="2025-06-20T14:13:58.188" v="9673" actId="9405"/>
          <ac:inkMkLst>
            <pc:docMk/>
            <pc:sldMk cId="2899819684" sldId="266"/>
            <ac:inkMk id="22" creationId="{BAB79855-65FB-03AA-818C-95D8E9E24409}"/>
          </ac:inkMkLst>
        </pc:inkChg>
        <pc:inkChg chg="add">
          <ac:chgData name="Kenneth Copas" userId="acf87e8c-e0c4-48a9-850b-6aa06780f160" providerId="ADAL" clId="{5027AF5D-BEAA-4A54-862B-04C6C1CE6BC4}" dt="2025-06-20T14:14:07.147" v="9676" actId="9405"/>
          <ac:inkMkLst>
            <pc:docMk/>
            <pc:sldMk cId="2899819684" sldId="266"/>
            <ac:inkMk id="24" creationId="{9FF851F2-C995-57A2-A5BA-AAE5E8F5E30C}"/>
          </ac:inkMkLst>
        </pc:inkChg>
      </pc:sldChg>
      <pc:sldChg chg="addSp delSp modSp mod modTransition">
        <pc:chgData name="Kenneth Copas" userId="acf87e8c-e0c4-48a9-850b-6aa06780f160" providerId="ADAL" clId="{5027AF5D-BEAA-4A54-862B-04C6C1CE6BC4}" dt="2025-06-20T15:54:37.316" v="11505"/>
        <pc:sldMkLst>
          <pc:docMk/>
          <pc:sldMk cId="3254621715" sldId="270"/>
        </pc:sldMkLst>
        <pc:spChg chg="add mod">
          <ac:chgData name="Kenneth Copas" userId="acf87e8c-e0c4-48a9-850b-6aa06780f160" providerId="ADAL" clId="{5027AF5D-BEAA-4A54-862B-04C6C1CE6BC4}" dt="2025-06-18T20:45:24.989" v="5681" actId="1076"/>
          <ac:spMkLst>
            <pc:docMk/>
            <pc:sldMk cId="3254621715" sldId="270"/>
            <ac:spMk id="3" creationId="{B6336AF1-8758-BA47-57F2-32A48559455E}"/>
          </ac:spMkLst>
        </pc:spChg>
        <pc:spChg chg="add mod">
          <ac:chgData name="Kenneth Copas" userId="acf87e8c-e0c4-48a9-850b-6aa06780f160" providerId="ADAL" clId="{5027AF5D-BEAA-4A54-862B-04C6C1CE6BC4}" dt="2025-06-20T14:39:12.726" v="10615" actId="2711"/>
          <ac:spMkLst>
            <pc:docMk/>
            <pc:sldMk cId="3254621715" sldId="270"/>
            <ac:spMk id="9" creationId="{833B3566-D652-3DF6-92F8-FD397A373066}"/>
          </ac:spMkLst>
        </pc:spChg>
        <pc:spChg chg="add mod">
          <ac:chgData name="Kenneth Copas" userId="acf87e8c-e0c4-48a9-850b-6aa06780f160" providerId="ADAL" clId="{5027AF5D-BEAA-4A54-862B-04C6C1CE6BC4}" dt="2025-06-18T20:35:54.271" v="5551" actId="1038"/>
          <ac:spMkLst>
            <pc:docMk/>
            <pc:sldMk cId="3254621715" sldId="270"/>
            <ac:spMk id="10" creationId="{ABAF63B8-762D-AEB1-C06B-473784414DC2}"/>
          </ac:spMkLst>
        </pc:spChg>
        <pc:spChg chg="add mod">
          <ac:chgData name="Kenneth Copas" userId="acf87e8c-e0c4-48a9-850b-6aa06780f160" providerId="ADAL" clId="{5027AF5D-BEAA-4A54-862B-04C6C1CE6BC4}" dt="2025-06-18T20:35:54.271" v="5551" actId="1038"/>
          <ac:spMkLst>
            <pc:docMk/>
            <pc:sldMk cId="3254621715" sldId="270"/>
            <ac:spMk id="15" creationId="{E7A93CC3-DF1E-5807-62BF-CE278C32B7A0}"/>
          </ac:spMkLst>
        </pc:spChg>
        <pc:spChg chg="add mod">
          <ac:chgData name="Kenneth Copas" userId="acf87e8c-e0c4-48a9-850b-6aa06780f160" providerId="ADAL" clId="{5027AF5D-BEAA-4A54-862B-04C6C1CE6BC4}" dt="2025-06-18T20:35:54.271" v="5551" actId="1038"/>
          <ac:spMkLst>
            <pc:docMk/>
            <pc:sldMk cId="3254621715" sldId="270"/>
            <ac:spMk id="16" creationId="{799BF76A-6370-A97B-5BAC-04A62D802CC9}"/>
          </ac:spMkLst>
        </pc:spChg>
        <pc:spChg chg="add mod">
          <ac:chgData name="Kenneth Copas" userId="acf87e8c-e0c4-48a9-850b-6aa06780f160" providerId="ADAL" clId="{5027AF5D-BEAA-4A54-862B-04C6C1CE6BC4}" dt="2025-06-18T20:35:54.271" v="5551" actId="1038"/>
          <ac:spMkLst>
            <pc:docMk/>
            <pc:sldMk cId="3254621715" sldId="270"/>
            <ac:spMk id="17" creationId="{BBC6FEF0-98DA-4D3F-3736-D42957AF4CE1}"/>
          </ac:spMkLst>
        </pc:spChg>
        <pc:spChg chg="add mod ord">
          <ac:chgData name="Kenneth Copas" userId="acf87e8c-e0c4-48a9-850b-6aa06780f160" providerId="ADAL" clId="{5027AF5D-BEAA-4A54-862B-04C6C1CE6BC4}" dt="2025-06-18T20:48:08.996" v="5726" actId="1037"/>
          <ac:spMkLst>
            <pc:docMk/>
            <pc:sldMk cId="3254621715" sldId="270"/>
            <ac:spMk id="52" creationId="{BF331509-E38F-7F6F-B0F5-5A589B8F88FD}"/>
          </ac:spMkLst>
        </pc:spChg>
        <pc:grpChg chg="add mod">
          <ac:chgData name="Kenneth Copas" userId="acf87e8c-e0c4-48a9-850b-6aa06780f160" providerId="ADAL" clId="{5027AF5D-BEAA-4A54-862B-04C6C1CE6BC4}" dt="2025-06-18T20:41:05.854" v="5654" actId="1035"/>
          <ac:grpSpMkLst>
            <pc:docMk/>
            <pc:sldMk cId="3254621715" sldId="270"/>
            <ac:grpSpMk id="54" creationId="{2B837933-29EB-CBF5-04CA-C6FA4888220A}"/>
          </ac:grpSpMkLst>
        </pc:grpChg>
        <pc:picChg chg="add mod">
          <ac:chgData name="Kenneth Copas" userId="acf87e8c-e0c4-48a9-850b-6aa06780f160" providerId="ADAL" clId="{5027AF5D-BEAA-4A54-862B-04C6C1CE6BC4}" dt="2025-06-18T20:40:40.482" v="5613" actId="1037"/>
          <ac:picMkLst>
            <pc:docMk/>
            <pc:sldMk cId="3254621715" sldId="270"/>
            <ac:picMk id="47" creationId="{69A9E1C1-79D6-F3BB-0E1D-C8236C8C6764}"/>
          </ac:picMkLst>
        </pc:picChg>
        <pc:picChg chg="add mod">
          <ac:chgData name="Kenneth Copas" userId="acf87e8c-e0c4-48a9-850b-6aa06780f160" providerId="ADAL" clId="{5027AF5D-BEAA-4A54-862B-04C6C1CE6BC4}" dt="2025-06-18T20:37:40.948" v="5574" actId="1076"/>
          <ac:picMkLst>
            <pc:docMk/>
            <pc:sldMk cId="3254621715" sldId="270"/>
            <ac:picMk id="48" creationId="{696288CB-B56D-FD96-AD69-4C4173E37547}"/>
          </ac:picMkLst>
        </pc:picChg>
        <pc:picChg chg="add mod">
          <ac:chgData name="Kenneth Copas" userId="acf87e8c-e0c4-48a9-850b-6aa06780f160" providerId="ADAL" clId="{5027AF5D-BEAA-4A54-862B-04C6C1CE6BC4}" dt="2025-06-18T20:41:05.854" v="5654" actId="1035"/>
          <ac:picMkLst>
            <pc:docMk/>
            <pc:sldMk cId="3254621715" sldId="270"/>
            <ac:picMk id="49" creationId="{B2BA949E-85F9-C4F7-C873-4FDBDD23E5B9}"/>
          </ac:picMkLst>
        </pc:picChg>
        <pc:picChg chg="add mod">
          <ac:chgData name="Kenneth Copas" userId="acf87e8c-e0c4-48a9-850b-6aa06780f160" providerId="ADAL" clId="{5027AF5D-BEAA-4A54-862B-04C6C1CE6BC4}" dt="2025-06-18T20:41:02.167" v="5649" actId="1036"/>
          <ac:picMkLst>
            <pc:docMk/>
            <pc:sldMk cId="3254621715" sldId="270"/>
            <ac:picMk id="50" creationId="{83273657-3D95-0693-42FD-EFD27AA1354D}"/>
          </ac:picMkLst>
        </pc:picChg>
        <pc:picChg chg="add mod">
          <ac:chgData name="Kenneth Copas" userId="acf87e8c-e0c4-48a9-850b-6aa06780f160" providerId="ADAL" clId="{5027AF5D-BEAA-4A54-862B-04C6C1CE6BC4}" dt="2025-06-18T20:41:05.854" v="5654" actId="1035"/>
          <ac:picMkLst>
            <pc:docMk/>
            <pc:sldMk cId="3254621715" sldId="270"/>
            <ac:picMk id="53" creationId="{5CBEB3A4-926A-96DF-80C3-07BB4DE04211}"/>
          </ac:picMkLst>
        </pc:picChg>
        <pc:cxnChg chg="add mod">
          <ac:chgData name="Kenneth Copas" userId="acf87e8c-e0c4-48a9-850b-6aa06780f160" providerId="ADAL" clId="{5027AF5D-BEAA-4A54-862B-04C6C1CE6BC4}" dt="2025-06-18T20:41:11.232" v="5655" actId="14100"/>
          <ac:cxnSpMkLst>
            <pc:docMk/>
            <pc:sldMk cId="3254621715" sldId="270"/>
            <ac:cxnSpMk id="22" creationId="{C9A31E05-391A-B4EA-A76B-8DD1D7B550B8}"/>
          </ac:cxnSpMkLst>
        </pc:cxnChg>
        <pc:cxnChg chg="add mod">
          <ac:chgData name="Kenneth Copas" userId="acf87e8c-e0c4-48a9-850b-6aa06780f160" providerId="ADAL" clId="{5027AF5D-BEAA-4A54-862B-04C6C1CE6BC4}" dt="2025-06-18T20:37:24.793" v="5566" actId="14100"/>
          <ac:cxnSpMkLst>
            <pc:docMk/>
            <pc:sldMk cId="3254621715" sldId="270"/>
            <ac:cxnSpMk id="25" creationId="{EDED851D-4084-E779-ED72-C8452132D1E0}"/>
          </ac:cxnSpMkLst>
        </pc:cxnChg>
        <pc:cxnChg chg="add mod">
          <ac:chgData name="Kenneth Copas" userId="acf87e8c-e0c4-48a9-850b-6aa06780f160" providerId="ADAL" clId="{5027AF5D-BEAA-4A54-862B-04C6C1CE6BC4}" dt="2025-06-18T20:41:16.846" v="5657" actId="14100"/>
          <ac:cxnSpMkLst>
            <pc:docMk/>
            <pc:sldMk cId="3254621715" sldId="270"/>
            <ac:cxnSpMk id="26" creationId="{DE9AD149-8C9F-3457-94C3-FA24F04E2C53}"/>
          </ac:cxnSpMkLst>
        </pc:cxnChg>
        <pc:cxnChg chg="add mod">
          <ac:chgData name="Kenneth Copas" userId="acf87e8c-e0c4-48a9-850b-6aa06780f160" providerId="ADAL" clId="{5027AF5D-BEAA-4A54-862B-04C6C1CE6BC4}" dt="2025-06-18T20:41:14.297" v="5656" actId="14100"/>
          <ac:cxnSpMkLst>
            <pc:docMk/>
            <pc:sldMk cId="3254621715" sldId="270"/>
            <ac:cxnSpMk id="27" creationId="{D5E41A08-0737-0A87-055D-C1C194C27986}"/>
          </ac:cxnSpMkLst>
        </pc:cxnChg>
      </pc:sldChg>
      <pc:sldChg chg="addSp delSp modSp del mod">
        <pc:chgData name="Kenneth Copas" userId="acf87e8c-e0c4-48a9-850b-6aa06780f160" providerId="ADAL" clId="{5027AF5D-BEAA-4A54-862B-04C6C1CE6BC4}" dt="2025-06-18T17:28:05.150" v="554" actId="47"/>
        <pc:sldMkLst>
          <pc:docMk/>
          <pc:sldMk cId="2762418532" sldId="271"/>
        </pc:sldMkLst>
      </pc:sldChg>
      <pc:sldChg chg="addSp delSp modSp mod modTransition delAnim modNotesTx">
        <pc:chgData name="Kenneth Copas" userId="acf87e8c-e0c4-48a9-850b-6aa06780f160" providerId="ADAL" clId="{5027AF5D-BEAA-4A54-862B-04C6C1CE6BC4}" dt="2025-06-20T15:54:37.316" v="11505"/>
        <pc:sldMkLst>
          <pc:docMk/>
          <pc:sldMk cId="2929353324" sldId="279"/>
        </pc:sldMkLst>
        <pc:spChg chg="mod">
          <ac:chgData name="Kenneth Copas" userId="acf87e8c-e0c4-48a9-850b-6aa06780f160" providerId="ADAL" clId="{5027AF5D-BEAA-4A54-862B-04C6C1CE6BC4}" dt="2025-06-20T15:12:04.282" v="11289" actId="20577"/>
          <ac:spMkLst>
            <pc:docMk/>
            <pc:sldMk cId="2929353324" sldId="279"/>
            <ac:spMk id="11" creationId="{869DCB49-D384-19FD-9042-C2F46A7A85A1}"/>
          </ac:spMkLst>
        </pc:spChg>
        <pc:spChg chg="add mod">
          <ac:chgData name="Kenneth Copas" userId="acf87e8c-e0c4-48a9-850b-6aa06780f160" providerId="ADAL" clId="{5027AF5D-BEAA-4A54-862B-04C6C1CE6BC4}" dt="2025-06-18T21:14:02.059" v="6928" actId="20577"/>
          <ac:spMkLst>
            <pc:docMk/>
            <pc:sldMk cId="2929353324" sldId="279"/>
            <ac:spMk id="14" creationId="{FD387628-0C87-276B-3FB7-7BFAF673E199}"/>
          </ac:spMkLst>
        </pc:spChg>
        <pc:spChg chg="add mod">
          <ac:chgData name="Kenneth Copas" userId="acf87e8c-e0c4-48a9-850b-6aa06780f160" providerId="ADAL" clId="{5027AF5D-BEAA-4A54-862B-04C6C1CE6BC4}" dt="2025-06-18T21:28:04.503" v="8081" actId="207"/>
          <ac:spMkLst>
            <pc:docMk/>
            <pc:sldMk cId="2929353324" sldId="279"/>
            <ac:spMk id="15" creationId="{6036760F-7303-AEF4-0FEB-5A3AC51DDBBE}"/>
          </ac:spMkLst>
        </pc:spChg>
      </pc:sldChg>
      <pc:sldChg chg="ord modTransition">
        <pc:chgData name="Kenneth Copas" userId="acf87e8c-e0c4-48a9-850b-6aa06780f160" providerId="ADAL" clId="{5027AF5D-BEAA-4A54-862B-04C6C1CE6BC4}" dt="2025-06-20T15:54:37.316" v="11505"/>
        <pc:sldMkLst>
          <pc:docMk/>
          <pc:sldMk cId="1102396629" sldId="283"/>
        </pc:sldMkLst>
      </pc:sldChg>
      <pc:sldChg chg="addSp delSp modSp mod modTransition">
        <pc:chgData name="Kenneth Copas" userId="acf87e8c-e0c4-48a9-850b-6aa06780f160" providerId="ADAL" clId="{5027AF5D-BEAA-4A54-862B-04C6C1CE6BC4}" dt="2025-06-20T15:54:37.316" v="11505"/>
        <pc:sldMkLst>
          <pc:docMk/>
          <pc:sldMk cId="3501458890" sldId="285"/>
        </pc:sldMkLst>
        <pc:spChg chg="add mod">
          <ac:chgData name="Kenneth Copas" userId="acf87e8c-e0c4-48a9-850b-6aa06780f160" providerId="ADAL" clId="{5027AF5D-BEAA-4A54-862B-04C6C1CE6BC4}" dt="2025-06-20T14:08:17.063" v="9455" actId="207"/>
          <ac:spMkLst>
            <pc:docMk/>
            <pc:sldMk cId="3501458890" sldId="285"/>
            <ac:spMk id="2" creationId="{B85FAC05-E615-FF04-F346-60CBBBE6747C}"/>
          </ac:spMkLst>
        </pc:spChg>
        <pc:spChg chg="add mod">
          <ac:chgData name="Kenneth Copas" userId="acf87e8c-e0c4-48a9-850b-6aa06780f160" providerId="ADAL" clId="{5027AF5D-BEAA-4A54-862B-04C6C1CE6BC4}" dt="2025-06-18T21:12:51.422" v="6858" actId="20577"/>
          <ac:spMkLst>
            <pc:docMk/>
            <pc:sldMk cId="3501458890" sldId="285"/>
            <ac:spMk id="3" creationId="{99DD5633-449E-E651-E62A-116A0942430C}"/>
          </ac:spMkLst>
        </pc:spChg>
        <pc:spChg chg="mod">
          <ac:chgData name="Kenneth Copas" userId="acf87e8c-e0c4-48a9-850b-6aa06780f160" providerId="ADAL" clId="{5027AF5D-BEAA-4A54-862B-04C6C1CE6BC4}" dt="2025-06-20T15:10:36.021" v="11202" actId="20577"/>
          <ac:spMkLst>
            <pc:docMk/>
            <pc:sldMk cId="3501458890" sldId="285"/>
            <ac:spMk id="5" creationId="{7CA7D5B8-5B3C-547E-FFF6-9CDE326B62B6}"/>
          </ac:spMkLst>
        </pc:spChg>
        <pc:spChg chg="mod">
          <ac:chgData name="Kenneth Copas" userId="acf87e8c-e0c4-48a9-850b-6aa06780f160" providerId="ADAL" clId="{5027AF5D-BEAA-4A54-862B-04C6C1CE6BC4}" dt="2025-06-20T15:10:54.908" v="11206" actId="20577"/>
          <ac:spMkLst>
            <pc:docMk/>
            <pc:sldMk cId="3501458890" sldId="285"/>
            <ac:spMk id="9" creationId="{1327F2E4-CA81-614D-DCDC-4C62E875A523}"/>
          </ac:spMkLst>
        </pc:spChg>
        <pc:spChg chg="mod">
          <ac:chgData name="Kenneth Copas" userId="acf87e8c-e0c4-48a9-850b-6aa06780f160" providerId="ADAL" clId="{5027AF5D-BEAA-4A54-862B-04C6C1CE6BC4}" dt="2025-06-18T21:20:23.165" v="7013" actId="2711"/>
          <ac:spMkLst>
            <pc:docMk/>
            <pc:sldMk cId="3501458890" sldId="285"/>
            <ac:spMk id="13" creationId="{D3A4E1CE-B1FC-B0AD-2F6C-4AEDAE54F648}"/>
          </ac:spMkLst>
        </pc:spChg>
        <pc:spChg chg="mod">
          <ac:chgData name="Kenneth Copas" userId="acf87e8c-e0c4-48a9-850b-6aa06780f160" providerId="ADAL" clId="{5027AF5D-BEAA-4A54-862B-04C6C1CE6BC4}" dt="2025-06-20T14:10:02.575" v="9638" actId="207"/>
          <ac:spMkLst>
            <pc:docMk/>
            <pc:sldMk cId="3501458890" sldId="285"/>
            <ac:spMk id="14" creationId="{FCF4655C-7F3C-7DD7-B190-AE52C2A51AEB}"/>
          </ac:spMkLst>
        </pc:spChg>
        <pc:spChg chg="mod">
          <ac:chgData name="Kenneth Copas" userId="acf87e8c-e0c4-48a9-850b-6aa06780f160" providerId="ADAL" clId="{5027AF5D-BEAA-4A54-862B-04C6C1CE6BC4}" dt="2025-06-18T21:20:23.165" v="7013" actId="2711"/>
          <ac:spMkLst>
            <pc:docMk/>
            <pc:sldMk cId="3501458890" sldId="285"/>
            <ac:spMk id="15" creationId="{4ABF447B-43B5-9A7E-EB28-F69EB01E4BD2}"/>
          </ac:spMkLst>
        </pc:spChg>
        <pc:spChg chg="mod">
          <ac:chgData name="Kenneth Copas" userId="acf87e8c-e0c4-48a9-850b-6aa06780f160" providerId="ADAL" clId="{5027AF5D-BEAA-4A54-862B-04C6C1CE6BC4}" dt="2025-06-20T15:11:01.492" v="11207" actId="1076"/>
          <ac:spMkLst>
            <pc:docMk/>
            <pc:sldMk cId="3501458890" sldId="285"/>
            <ac:spMk id="16" creationId="{00A67BC7-1B6C-B7A9-F006-35DFF4E19F2C}"/>
          </ac:spMkLst>
        </pc:spChg>
        <pc:spChg chg="mod">
          <ac:chgData name="Kenneth Copas" userId="acf87e8c-e0c4-48a9-850b-6aa06780f160" providerId="ADAL" clId="{5027AF5D-BEAA-4A54-862B-04C6C1CE6BC4}" dt="2025-06-20T15:11:07.179" v="11213" actId="1036"/>
          <ac:spMkLst>
            <pc:docMk/>
            <pc:sldMk cId="3501458890" sldId="285"/>
            <ac:spMk id="17" creationId="{E59BEAF7-716C-372E-E31E-77FAD3F10371}"/>
          </ac:spMkLst>
        </pc:spChg>
        <pc:picChg chg="mod">
          <ac:chgData name="Kenneth Copas" userId="acf87e8c-e0c4-48a9-850b-6aa06780f160" providerId="ADAL" clId="{5027AF5D-BEAA-4A54-862B-04C6C1CE6BC4}" dt="2025-06-18T21:10:14.456" v="6800" actId="1440"/>
          <ac:picMkLst>
            <pc:docMk/>
            <pc:sldMk cId="3501458890" sldId="285"/>
            <ac:picMk id="4" creationId="{BCC6CFAC-E9CF-AA53-6BD6-2DAF81F01E1F}"/>
          </ac:picMkLst>
        </pc:picChg>
        <pc:picChg chg="mod">
          <ac:chgData name="Kenneth Copas" userId="acf87e8c-e0c4-48a9-850b-6aa06780f160" providerId="ADAL" clId="{5027AF5D-BEAA-4A54-862B-04C6C1CE6BC4}" dt="2025-06-18T21:16:57.948" v="6980" actId="1440"/>
          <ac:picMkLst>
            <pc:docMk/>
            <pc:sldMk cId="3501458890" sldId="285"/>
            <ac:picMk id="8" creationId="{13CD634A-39AB-AF7E-58E3-ABC06FAE13EC}"/>
          </ac:picMkLst>
        </pc:picChg>
      </pc:sldChg>
      <pc:sldChg chg="addSp delSp modSp mod modTransition">
        <pc:chgData name="Kenneth Copas" userId="acf87e8c-e0c4-48a9-850b-6aa06780f160" providerId="ADAL" clId="{5027AF5D-BEAA-4A54-862B-04C6C1CE6BC4}" dt="2025-06-20T15:54:37.316" v="11505"/>
        <pc:sldMkLst>
          <pc:docMk/>
          <pc:sldMk cId="3203667889" sldId="286"/>
        </pc:sldMkLst>
        <pc:spChg chg="add mod">
          <ac:chgData name="Kenneth Copas" userId="acf87e8c-e0c4-48a9-850b-6aa06780f160" providerId="ADAL" clId="{5027AF5D-BEAA-4A54-862B-04C6C1CE6BC4}" dt="2025-06-20T14:18:03.718" v="9686" actId="164"/>
          <ac:spMkLst>
            <pc:docMk/>
            <pc:sldMk cId="3203667889" sldId="286"/>
            <ac:spMk id="3" creationId="{64F6BC81-5B4A-38D1-ADF9-FB6795AFE229}"/>
          </ac:spMkLst>
        </pc:spChg>
        <pc:spChg chg="add mod">
          <ac:chgData name="Kenneth Copas" userId="acf87e8c-e0c4-48a9-850b-6aa06780f160" providerId="ADAL" clId="{5027AF5D-BEAA-4A54-862B-04C6C1CE6BC4}" dt="2025-06-20T14:18:03.718" v="9686" actId="164"/>
          <ac:spMkLst>
            <pc:docMk/>
            <pc:sldMk cId="3203667889" sldId="286"/>
            <ac:spMk id="4" creationId="{3FA704DA-6081-CA90-195C-6A558A30957F}"/>
          </ac:spMkLst>
        </pc:spChg>
        <pc:spChg chg="add mod">
          <ac:chgData name="Kenneth Copas" userId="acf87e8c-e0c4-48a9-850b-6aa06780f160" providerId="ADAL" clId="{5027AF5D-BEAA-4A54-862B-04C6C1CE6BC4}" dt="2025-06-20T14:18:03.718" v="9686" actId="164"/>
          <ac:spMkLst>
            <pc:docMk/>
            <pc:sldMk cId="3203667889" sldId="286"/>
            <ac:spMk id="5" creationId="{6D03FF60-A3C6-D414-911C-312B19655C17}"/>
          </ac:spMkLst>
        </pc:spChg>
        <pc:spChg chg="add mod">
          <ac:chgData name="Kenneth Copas" userId="acf87e8c-e0c4-48a9-850b-6aa06780f160" providerId="ADAL" clId="{5027AF5D-BEAA-4A54-862B-04C6C1CE6BC4}" dt="2025-06-20T14:18:03.718" v="9686" actId="164"/>
          <ac:spMkLst>
            <pc:docMk/>
            <pc:sldMk cId="3203667889" sldId="286"/>
            <ac:spMk id="6" creationId="{6028DF88-8FE3-7061-1B9A-481D1DA2695D}"/>
          </ac:spMkLst>
        </pc:spChg>
        <pc:spChg chg="add mod">
          <ac:chgData name="Kenneth Copas" userId="acf87e8c-e0c4-48a9-850b-6aa06780f160" providerId="ADAL" clId="{5027AF5D-BEAA-4A54-862B-04C6C1CE6BC4}" dt="2025-06-18T21:07:28.618" v="6685" actId="1076"/>
          <ac:spMkLst>
            <pc:docMk/>
            <pc:sldMk cId="3203667889" sldId="286"/>
            <ac:spMk id="14" creationId="{2A0F1658-5E96-601B-3BBB-8F71B0373915}"/>
          </ac:spMkLst>
        </pc:spChg>
        <pc:spChg chg="add mod">
          <ac:chgData name="Kenneth Copas" userId="acf87e8c-e0c4-48a9-850b-6aa06780f160" providerId="ADAL" clId="{5027AF5D-BEAA-4A54-862B-04C6C1CE6BC4}" dt="2025-06-18T21:07:36.674" v="6686" actId="1076"/>
          <ac:spMkLst>
            <pc:docMk/>
            <pc:sldMk cId="3203667889" sldId="286"/>
            <ac:spMk id="15" creationId="{53D2C90E-11ED-2BD5-82CF-7233B2E1C7BE}"/>
          </ac:spMkLst>
        </pc:spChg>
        <pc:grpChg chg="add mod">
          <ac:chgData name="Kenneth Copas" userId="acf87e8c-e0c4-48a9-850b-6aa06780f160" providerId="ADAL" clId="{5027AF5D-BEAA-4A54-862B-04C6C1CE6BC4}" dt="2025-06-20T14:18:03.718" v="9686" actId="164"/>
          <ac:grpSpMkLst>
            <pc:docMk/>
            <pc:sldMk cId="3203667889" sldId="286"/>
            <ac:grpSpMk id="2" creationId="{738AFE97-2A8D-42C5-ED2C-EB4C5B8FB7E5}"/>
          </ac:grpSpMkLst>
        </pc:grpChg>
        <pc:graphicFrameChg chg="add mod modGraphic">
          <ac:chgData name="Kenneth Copas" userId="acf87e8c-e0c4-48a9-850b-6aa06780f160" providerId="ADAL" clId="{5027AF5D-BEAA-4A54-862B-04C6C1CE6BC4}" dt="2025-06-20T14:03:29.402" v="8089" actId="12100"/>
          <ac:graphicFrameMkLst>
            <pc:docMk/>
            <pc:sldMk cId="3203667889" sldId="286"/>
            <ac:graphicFrameMk id="13" creationId="{CBE6DD85-92C3-22C1-9BBD-E5F7CD38DAAF}"/>
          </ac:graphicFrameMkLst>
        </pc:graphicFrameChg>
      </pc:sldChg>
      <pc:sldChg chg="addSp delSp modSp mod modTransition modAnim">
        <pc:chgData name="Kenneth Copas" userId="acf87e8c-e0c4-48a9-850b-6aa06780f160" providerId="ADAL" clId="{5027AF5D-BEAA-4A54-862B-04C6C1CE6BC4}" dt="2025-06-20T15:54:37.316" v="11505"/>
        <pc:sldMkLst>
          <pc:docMk/>
          <pc:sldMk cId="584810815" sldId="287"/>
        </pc:sldMkLst>
        <pc:spChg chg="mod">
          <ac:chgData name="Kenneth Copas" userId="acf87e8c-e0c4-48a9-850b-6aa06780f160" providerId="ADAL" clId="{5027AF5D-BEAA-4A54-862B-04C6C1CE6BC4}" dt="2025-06-20T15:10:13.012" v="11200" actId="20577"/>
          <ac:spMkLst>
            <pc:docMk/>
            <pc:sldMk cId="584810815" sldId="287"/>
            <ac:spMk id="2" creationId="{30901AEE-291A-20EA-5635-E348019F964D}"/>
          </ac:spMkLst>
        </pc:spChg>
        <pc:spChg chg="add mod">
          <ac:chgData name="Kenneth Copas" userId="acf87e8c-e0c4-48a9-850b-6aa06780f160" providerId="ADAL" clId="{5027AF5D-BEAA-4A54-862B-04C6C1CE6BC4}" dt="2025-06-18T21:12:57.774" v="6860"/>
          <ac:spMkLst>
            <pc:docMk/>
            <pc:sldMk cId="584810815" sldId="287"/>
            <ac:spMk id="3" creationId="{B89C43B0-5B2E-6335-5EB5-B2DD4B1A854C}"/>
          </ac:spMkLst>
        </pc:spChg>
        <pc:spChg chg="add mod">
          <ac:chgData name="Kenneth Copas" userId="acf87e8c-e0c4-48a9-850b-6aa06780f160" providerId="ADAL" clId="{5027AF5D-BEAA-4A54-862B-04C6C1CE6BC4}" dt="2025-06-18T21:13:00.881" v="6873" actId="20577"/>
          <ac:spMkLst>
            <pc:docMk/>
            <pc:sldMk cId="584810815" sldId="287"/>
            <ac:spMk id="4" creationId="{5F5E09F8-17AB-7E7A-42C2-98558D95182D}"/>
          </ac:spMkLst>
        </pc:spChg>
        <pc:spChg chg="mod">
          <ac:chgData name="Kenneth Copas" userId="acf87e8c-e0c4-48a9-850b-6aa06780f160" providerId="ADAL" clId="{5027AF5D-BEAA-4A54-862B-04C6C1CE6BC4}" dt="2025-06-18T21:20:08.234" v="7012" actId="1035"/>
          <ac:spMkLst>
            <pc:docMk/>
            <pc:sldMk cId="584810815" sldId="287"/>
            <ac:spMk id="7" creationId="{EE0E4F30-6202-F1F4-3E2D-D91CFB7A9D1E}"/>
          </ac:spMkLst>
        </pc:spChg>
        <pc:spChg chg="mod">
          <ac:chgData name="Kenneth Copas" userId="acf87e8c-e0c4-48a9-850b-6aa06780f160" providerId="ADAL" clId="{5027AF5D-BEAA-4A54-862B-04C6C1CE6BC4}" dt="2025-06-20T14:10:15.341" v="9639" actId="108"/>
          <ac:spMkLst>
            <pc:docMk/>
            <pc:sldMk cId="584810815" sldId="287"/>
            <ac:spMk id="14" creationId="{000254C5-2B6E-C812-B4A1-C95A30B528A7}"/>
          </ac:spMkLst>
        </pc:spChg>
        <pc:spChg chg="mod">
          <ac:chgData name="Kenneth Copas" userId="acf87e8c-e0c4-48a9-850b-6aa06780f160" providerId="ADAL" clId="{5027AF5D-BEAA-4A54-862B-04C6C1CE6BC4}" dt="2025-06-20T15:10:01.192" v="11162" actId="20577"/>
          <ac:spMkLst>
            <pc:docMk/>
            <pc:sldMk cId="584810815" sldId="287"/>
            <ac:spMk id="19" creationId="{D3933ACF-180D-740A-A414-4AD2AF049575}"/>
          </ac:spMkLst>
        </pc:spChg>
        <pc:spChg chg="mod">
          <ac:chgData name="Kenneth Copas" userId="acf87e8c-e0c4-48a9-850b-6aa06780f160" providerId="ADAL" clId="{5027AF5D-BEAA-4A54-862B-04C6C1CE6BC4}" dt="2025-06-18T21:20:08.234" v="7012" actId="1035"/>
          <ac:spMkLst>
            <pc:docMk/>
            <pc:sldMk cId="584810815" sldId="287"/>
            <ac:spMk id="22" creationId="{CDDF174D-9B38-3A9B-4749-98496A37A94E}"/>
          </ac:spMkLst>
        </pc:spChg>
        <pc:picChg chg="mod">
          <ac:chgData name="Kenneth Copas" userId="acf87e8c-e0c4-48a9-850b-6aa06780f160" providerId="ADAL" clId="{5027AF5D-BEAA-4A54-862B-04C6C1CE6BC4}" dt="2025-06-18T21:18:20.626" v="6981" actId="1440"/>
          <ac:picMkLst>
            <pc:docMk/>
            <pc:sldMk cId="584810815" sldId="287"/>
            <ac:picMk id="6" creationId="{2641FE38-7B11-47EC-0314-5F18B07BE978}"/>
          </ac:picMkLst>
        </pc:picChg>
        <pc:picChg chg="mod">
          <ac:chgData name="Kenneth Copas" userId="acf87e8c-e0c4-48a9-850b-6aa06780f160" providerId="ADAL" clId="{5027AF5D-BEAA-4A54-862B-04C6C1CE6BC4}" dt="2025-06-18T21:18:20.626" v="6981" actId="1440"/>
          <ac:picMkLst>
            <pc:docMk/>
            <pc:sldMk cId="584810815" sldId="287"/>
            <ac:picMk id="21" creationId="{BEDAF339-E7D3-5950-8340-283F540CE7A9}"/>
          </ac:picMkLst>
        </pc:picChg>
      </pc:sldChg>
      <pc:sldChg chg="addSp delSp modSp mod modTransition modAnim">
        <pc:chgData name="Kenneth Copas" userId="acf87e8c-e0c4-48a9-850b-6aa06780f160" providerId="ADAL" clId="{5027AF5D-BEAA-4A54-862B-04C6C1CE6BC4}" dt="2025-06-20T15:54:37.316" v="11505"/>
        <pc:sldMkLst>
          <pc:docMk/>
          <pc:sldMk cId="433942857" sldId="288"/>
        </pc:sldMkLst>
        <pc:spChg chg="add mod">
          <ac:chgData name="Kenneth Copas" userId="acf87e8c-e0c4-48a9-850b-6aa06780f160" providerId="ADAL" clId="{5027AF5D-BEAA-4A54-862B-04C6C1CE6BC4}" dt="2025-06-18T21:13:09.396" v="6876"/>
          <ac:spMkLst>
            <pc:docMk/>
            <pc:sldMk cId="433942857" sldId="288"/>
            <ac:spMk id="2" creationId="{CE51A4DC-C9B0-8C1D-C671-72BC66E436C2}"/>
          </ac:spMkLst>
        </pc:spChg>
        <pc:spChg chg="add mod">
          <ac:chgData name="Kenneth Copas" userId="acf87e8c-e0c4-48a9-850b-6aa06780f160" providerId="ADAL" clId="{5027AF5D-BEAA-4A54-862B-04C6C1CE6BC4}" dt="2025-06-18T21:13:14.831" v="6898" actId="20577"/>
          <ac:spMkLst>
            <pc:docMk/>
            <pc:sldMk cId="433942857" sldId="288"/>
            <ac:spMk id="3" creationId="{8C14C735-6048-E4C2-2E95-BC6C053CD492}"/>
          </ac:spMkLst>
        </pc:spChg>
        <pc:spChg chg="mod">
          <ac:chgData name="Kenneth Copas" userId="acf87e8c-e0c4-48a9-850b-6aa06780f160" providerId="ADAL" clId="{5027AF5D-BEAA-4A54-862B-04C6C1CE6BC4}" dt="2025-06-20T15:11:22.514" v="11232" actId="14100"/>
          <ac:spMkLst>
            <pc:docMk/>
            <pc:sldMk cId="433942857" sldId="288"/>
            <ac:spMk id="7" creationId="{FD00F5D8-6004-B12E-C291-550D644B076F}"/>
          </ac:spMkLst>
        </pc:spChg>
        <pc:spChg chg="mod">
          <ac:chgData name="Kenneth Copas" userId="acf87e8c-e0c4-48a9-850b-6aa06780f160" providerId="ADAL" clId="{5027AF5D-BEAA-4A54-862B-04C6C1CE6BC4}" dt="2025-06-20T14:10:19.374" v="9640" actId="108"/>
          <ac:spMkLst>
            <pc:docMk/>
            <pc:sldMk cId="433942857" sldId="288"/>
            <ac:spMk id="14" creationId="{A5E5C198-6A64-9525-D6A4-C13CC0E01C90}"/>
          </ac:spMkLst>
        </pc:spChg>
        <pc:spChg chg="mod">
          <ac:chgData name="Kenneth Copas" userId="acf87e8c-e0c4-48a9-850b-6aa06780f160" providerId="ADAL" clId="{5027AF5D-BEAA-4A54-862B-04C6C1CE6BC4}" dt="2025-06-20T15:11:42.579" v="11254" actId="14100"/>
          <ac:spMkLst>
            <pc:docMk/>
            <pc:sldMk cId="433942857" sldId="288"/>
            <ac:spMk id="17" creationId="{CA7409C4-C699-EDC6-D092-10E6E6DD9761}"/>
          </ac:spMkLst>
        </pc:spChg>
        <pc:spChg chg="mod">
          <ac:chgData name="Kenneth Copas" userId="acf87e8c-e0c4-48a9-850b-6aa06780f160" providerId="ADAL" clId="{5027AF5D-BEAA-4A54-862B-04C6C1CE6BC4}" dt="2025-06-20T15:11:19.375" v="11231" actId="20577"/>
          <ac:spMkLst>
            <pc:docMk/>
            <pc:sldMk cId="433942857" sldId="288"/>
            <ac:spMk id="18" creationId="{D8104336-1EB1-D96C-7A3C-50E76447CBB4}"/>
          </ac:spMkLst>
        </pc:spChg>
        <pc:spChg chg="mod">
          <ac:chgData name="Kenneth Copas" userId="acf87e8c-e0c4-48a9-850b-6aa06780f160" providerId="ADAL" clId="{5027AF5D-BEAA-4A54-862B-04C6C1CE6BC4}" dt="2025-06-20T15:11:48.247" v="11273" actId="20577"/>
          <ac:spMkLst>
            <pc:docMk/>
            <pc:sldMk cId="433942857" sldId="288"/>
            <ac:spMk id="19" creationId="{31D7246C-B750-0B02-F15A-1E8BF6CD515F}"/>
          </ac:spMkLst>
        </pc:spChg>
        <pc:grpChg chg="add mod">
          <ac:chgData name="Kenneth Copas" userId="acf87e8c-e0c4-48a9-850b-6aa06780f160" providerId="ADAL" clId="{5027AF5D-BEAA-4A54-862B-04C6C1CE6BC4}" dt="2025-06-20T15:11:19.375" v="11231" actId="20577"/>
          <ac:grpSpMkLst>
            <pc:docMk/>
            <pc:sldMk cId="433942857" sldId="288"/>
            <ac:grpSpMk id="5" creationId="{231FD49F-3110-FE75-CA33-EAF95EFED6E6}"/>
          </ac:grpSpMkLst>
        </pc:grpChg>
        <pc:picChg chg="mod">
          <ac:chgData name="Kenneth Copas" userId="acf87e8c-e0c4-48a9-850b-6aa06780f160" providerId="ADAL" clId="{5027AF5D-BEAA-4A54-862B-04C6C1CE6BC4}" dt="2025-06-20T15:11:19.375" v="11231" actId="20577"/>
          <ac:picMkLst>
            <pc:docMk/>
            <pc:sldMk cId="433942857" sldId="288"/>
            <ac:picMk id="6" creationId="{35AD2E29-1BCC-6EF3-F69F-F4E906A035C9}"/>
          </ac:picMkLst>
        </pc:picChg>
        <pc:picChg chg="mod">
          <ac:chgData name="Kenneth Copas" userId="acf87e8c-e0c4-48a9-850b-6aa06780f160" providerId="ADAL" clId="{5027AF5D-BEAA-4A54-862B-04C6C1CE6BC4}" dt="2025-06-18T21:18:38.938" v="6984" actId="1440"/>
          <ac:picMkLst>
            <pc:docMk/>
            <pc:sldMk cId="433942857" sldId="288"/>
            <ac:picMk id="10" creationId="{40C7D004-0E44-7262-CFF5-320D357C4F40}"/>
          </ac:picMkLst>
        </pc:picChg>
      </pc:sldChg>
      <pc:sldChg chg="addSp delSp modSp mod modTransition delAnim modAnim modNotesTx">
        <pc:chgData name="Kenneth Copas" userId="acf87e8c-e0c4-48a9-850b-6aa06780f160" providerId="ADAL" clId="{5027AF5D-BEAA-4A54-862B-04C6C1CE6BC4}" dt="2025-06-20T15:54:37.316" v="11505"/>
        <pc:sldMkLst>
          <pc:docMk/>
          <pc:sldMk cId="2688493855" sldId="291"/>
        </pc:sldMkLst>
        <pc:spChg chg="mod">
          <ac:chgData name="Kenneth Copas" userId="acf87e8c-e0c4-48a9-850b-6aa06780f160" providerId="ADAL" clId="{5027AF5D-BEAA-4A54-862B-04C6C1CE6BC4}" dt="2025-06-20T14:17:09.583" v="9683" actId="164"/>
          <ac:spMkLst>
            <pc:docMk/>
            <pc:sldMk cId="2688493855" sldId="291"/>
            <ac:spMk id="11" creationId="{C750CAA5-91FF-39E0-42F6-06E3AF2BBB26}"/>
          </ac:spMkLst>
        </pc:spChg>
        <pc:spChg chg="add mod">
          <ac:chgData name="Kenneth Copas" userId="acf87e8c-e0c4-48a9-850b-6aa06780f160" providerId="ADAL" clId="{5027AF5D-BEAA-4A54-862B-04C6C1CE6BC4}" dt="2025-06-20T14:17:09.583" v="9683" actId="164"/>
          <ac:spMkLst>
            <pc:docMk/>
            <pc:sldMk cId="2688493855" sldId="291"/>
            <ac:spMk id="16" creationId="{8B3C5FA4-8395-438C-05A4-77A6B5BFF47D}"/>
          </ac:spMkLst>
        </pc:spChg>
        <pc:spChg chg="add mod">
          <ac:chgData name="Kenneth Copas" userId="acf87e8c-e0c4-48a9-850b-6aa06780f160" providerId="ADAL" clId="{5027AF5D-BEAA-4A54-862B-04C6C1CE6BC4}" dt="2025-06-18T18:30:40.120" v="1292" actId="1035"/>
          <ac:spMkLst>
            <pc:docMk/>
            <pc:sldMk cId="2688493855" sldId="291"/>
            <ac:spMk id="18" creationId="{39DDD7B3-4E4A-E0CC-18A3-96B018CD551B}"/>
          </ac:spMkLst>
        </pc:spChg>
        <pc:spChg chg="add mod">
          <ac:chgData name="Kenneth Copas" userId="acf87e8c-e0c4-48a9-850b-6aa06780f160" providerId="ADAL" clId="{5027AF5D-BEAA-4A54-862B-04C6C1CE6BC4}" dt="2025-06-20T14:17:13.450" v="9684" actId="164"/>
          <ac:spMkLst>
            <pc:docMk/>
            <pc:sldMk cId="2688493855" sldId="291"/>
            <ac:spMk id="35" creationId="{5798CC32-31DF-D23E-C6E1-64500FDEA33D}"/>
          </ac:spMkLst>
        </pc:spChg>
        <pc:spChg chg="add mod">
          <ac:chgData name="Kenneth Copas" userId="acf87e8c-e0c4-48a9-850b-6aa06780f160" providerId="ADAL" clId="{5027AF5D-BEAA-4A54-862B-04C6C1CE6BC4}" dt="2025-06-20T14:17:17.093" v="9685" actId="164"/>
          <ac:spMkLst>
            <pc:docMk/>
            <pc:sldMk cId="2688493855" sldId="291"/>
            <ac:spMk id="36" creationId="{3DD4F6D9-C5BC-E532-F4F3-E0648D5AE3A9}"/>
          </ac:spMkLst>
        </pc:spChg>
        <pc:spChg chg="add mod">
          <ac:chgData name="Kenneth Copas" userId="acf87e8c-e0c4-48a9-850b-6aa06780f160" providerId="ADAL" clId="{5027AF5D-BEAA-4A54-862B-04C6C1CE6BC4}" dt="2025-06-20T14:17:17.093" v="9685" actId="164"/>
          <ac:spMkLst>
            <pc:docMk/>
            <pc:sldMk cId="2688493855" sldId="291"/>
            <ac:spMk id="38" creationId="{E36A61B9-0128-779B-B4AD-A20E29374E5F}"/>
          </ac:spMkLst>
        </pc:spChg>
        <pc:spChg chg="add mod">
          <ac:chgData name="Kenneth Copas" userId="acf87e8c-e0c4-48a9-850b-6aa06780f160" providerId="ADAL" clId="{5027AF5D-BEAA-4A54-862B-04C6C1CE6BC4}" dt="2025-06-18T20:31:49.218" v="5354" actId="20577"/>
          <ac:spMkLst>
            <pc:docMk/>
            <pc:sldMk cId="2688493855" sldId="291"/>
            <ac:spMk id="39" creationId="{694E13CC-DB6B-8A45-41D6-E0C4EAF88A55}"/>
          </ac:spMkLst>
        </pc:spChg>
        <pc:spChg chg="add mod">
          <ac:chgData name="Kenneth Copas" userId="acf87e8c-e0c4-48a9-850b-6aa06780f160" providerId="ADAL" clId="{5027AF5D-BEAA-4A54-862B-04C6C1CE6BC4}" dt="2025-06-20T14:17:13.450" v="9684" actId="164"/>
          <ac:spMkLst>
            <pc:docMk/>
            <pc:sldMk cId="2688493855" sldId="291"/>
            <ac:spMk id="40" creationId="{1A2D6B09-F5C6-CE35-953C-C0E0B8DD6D67}"/>
          </ac:spMkLst>
        </pc:spChg>
        <pc:spChg chg="add mod">
          <ac:chgData name="Kenneth Copas" userId="acf87e8c-e0c4-48a9-850b-6aa06780f160" providerId="ADAL" clId="{5027AF5D-BEAA-4A54-862B-04C6C1CE6BC4}" dt="2025-06-18T19:29:18.676" v="3327" actId="164"/>
          <ac:spMkLst>
            <pc:docMk/>
            <pc:sldMk cId="2688493855" sldId="291"/>
            <ac:spMk id="57" creationId="{2E9C7248-3F2E-1181-9D2D-1BB2FC719FCD}"/>
          </ac:spMkLst>
        </pc:spChg>
        <pc:spChg chg="add mod">
          <ac:chgData name="Kenneth Copas" userId="acf87e8c-e0c4-48a9-850b-6aa06780f160" providerId="ADAL" clId="{5027AF5D-BEAA-4A54-862B-04C6C1CE6BC4}" dt="2025-06-18T19:36:08.827" v="3459" actId="164"/>
          <ac:spMkLst>
            <pc:docMk/>
            <pc:sldMk cId="2688493855" sldId="291"/>
            <ac:spMk id="61" creationId="{99AA3660-CAF1-BE27-8E14-E007E0E89E11}"/>
          </ac:spMkLst>
        </pc:spChg>
        <pc:spChg chg="add mod">
          <ac:chgData name="Kenneth Copas" userId="acf87e8c-e0c4-48a9-850b-6aa06780f160" providerId="ADAL" clId="{5027AF5D-BEAA-4A54-862B-04C6C1CE6BC4}" dt="2025-06-18T19:36:04.501" v="3458" actId="164"/>
          <ac:spMkLst>
            <pc:docMk/>
            <pc:sldMk cId="2688493855" sldId="291"/>
            <ac:spMk id="62" creationId="{132D874C-77F4-C277-0B2B-D52C82FED939}"/>
          </ac:spMkLst>
        </pc:spChg>
        <pc:spChg chg="add mod">
          <ac:chgData name="Kenneth Copas" userId="acf87e8c-e0c4-48a9-850b-6aa06780f160" providerId="ADAL" clId="{5027AF5D-BEAA-4A54-862B-04C6C1CE6BC4}" dt="2025-06-18T19:35:57.735" v="3457" actId="164"/>
          <ac:spMkLst>
            <pc:docMk/>
            <pc:sldMk cId="2688493855" sldId="291"/>
            <ac:spMk id="63" creationId="{582FF506-8723-A44D-0403-A02A52A4EB60}"/>
          </ac:spMkLst>
        </pc:spChg>
        <pc:spChg chg="add del mod">
          <ac:chgData name="Kenneth Copas" userId="acf87e8c-e0c4-48a9-850b-6aa06780f160" providerId="ADAL" clId="{5027AF5D-BEAA-4A54-862B-04C6C1CE6BC4}" dt="2025-06-18T19:40:20.397" v="3641" actId="2711"/>
          <ac:spMkLst>
            <pc:docMk/>
            <pc:sldMk cId="2688493855" sldId="291"/>
            <ac:spMk id="67" creationId="{A1DC9C73-61B0-FD52-BC5A-4629AD0623D7}"/>
          </ac:spMkLst>
        </pc:spChg>
        <pc:spChg chg="add del mod">
          <ac:chgData name="Kenneth Copas" userId="acf87e8c-e0c4-48a9-850b-6aa06780f160" providerId="ADAL" clId="{5027AF5D-BEAA-4A54-862B-04C6C1CE6BC4}" dt="2025-06-18T19:40:07.080" v="3639" actId="478"/>
          <ac:spMkLst>
            <pc:docMk/>
            <pc:sldMk cId="2688493855" sldId="291"/>
            <ac:spMk id="68" creationId="{DAA81EF5-B414-1D06-C1BC-1D2EB9ABF22F}"/>
          </ac:spMkLst>
        </pc:spChg>
        <pc:grpChg chg="add mod">
          <ac:chgData name="Kenneth Copas" userId="acf87e8c-e0c4-48a9-850b-6aa06780f160" providerId="ADAL" clId="{5027AF5D-BEAA-4A54-862B-04C6C1CE6BC4}" dt="2025-06-20T14:17:09.583" v="9683" actId="164"/>
          <ac:grpSpMkLst>
            <pc:docMk/>
            <pc:sldMk cId="2688493855" sldId="291"/>
            <ac:grpSpMk id="2" creationId="{B298A080-65F0-6E8C-B793-8F81310E579A}"/>
          </ac:grpSpMkLst>
        </pc:grpChg>
        <pc:grpChg chg="add mod">
          <ac:chgData name="Kenneth Copas" userId="acf87e8c-e0c4-48a9-850b-6aa06780f160" providerId="ADAL" clId="{5027AF5D-BEAA-4A54-862B-04C6C1CE6BC4}" dt="2025-06-20T14:17:13.450" v="9684" actId="164"/>
          <ac:grpSpMkLst>
            <pc:docMk/>
            <pc:sldMk cId="2688493855" sldId="291"/>
            <ac:grpSpMk id="4" creationId="{C6CA9300-7DBF-0867-0753-21ABF9E3F7EB}"/>
          </ac:grpSpMkLst>
        </pc:grpChg>
        <pc:grpChg chg="add mod">
          <ac:chgData name="Kenneth Copas" userId="acf87e8c-e0c4-48a9-850b-6aa06780f160" providerId="ADAL" clId="{5027AF5D-BEAA-4A54-862B-04C6C1CE6BC4}" dt="2025-06-20T14:17:17.093" v="9685" actId="164"/>
          <ac:grpSpMkLst>
            <pc:docMk/>
            <pc:sldMk cId="2688493855" sldId="291"/>
            <ac:grpSpMk id="5" creationId="{6AE9FE71-E991-009B-2369-26F783CE593A}"/>
          </ac:grpSpMkLst>
        </pc:grpChg>
        <pc:grpChg chg="add mod">
          <ac:chgData name="Kenneth Copas" userId="acf87e8c-e0c4-48a9-850b-6aa06780f160" providerId="ADAL" clId="{5027AF5D-BEAA-4A54-862B-04C6C1CE6BC4}" dt="2025-06-18T19:36:08.827" v="3459" actId="164"/>
          <ac:grpSpMkLst>
            <pc:docMk/>
            <pc:sldMk cId="2688493855" sldId="291"/>
            <ac:grpSpMk id="58" creationId="{374F8A59-A39F-FB0F-D856-9DC1F55EED23}"/>
          </ac:grpSpMkLst>
        </pc:grpChg>
        <pc:grpChg chg="add mod">
          <ac:chgData name="Kenneth Copas" userId="acf87e8c-e0c4-48a9-850b-6aa06780f160" providerId="ADAL" clId="{5027AF5D-BEAA-4A54-862B-04C6C1CE6BC4}" dt="2025-06-18T19:39:55.772" v="3637" actId="1036"/>
          <ac:grpSpMkLst>
            <pc:docMk/>
            <pc:sldMk cId="2688493855" sldId="291"/>
            <ac:grpSpMk id="64" creationId="{22E35B8A-E2DB-F3A9-2D51-9FCC2CC9C323}"/>
          </ac:grpSpMkLst>
        </pc:grpChg>
        <pc:grpChg chg="add mod">
          <ac:chgData name="Kenneth Copas" userId="acf87e8c-e0c4-48a9-850b-6aa06780f160" providerId="ADAL" clId="{5027AF5D-BEAA-4A54-862B-04C6C1CE6BC4}" dt="2025-06-18T20:22:28.074" v="4810" actId="1038"/>
          <ac:grpSpMkLst>
            <pc:docMk/>
            <pc:sldMk cId="2688493855" sldId="291"/>
            <ac:grpSpMk id="65" creationId="{B82BD703-6777-52A1-5C40-9D910F7039E4}"/>
          </ac:grpSpMkLst>
        </pc:grpChg>
        <pc:grpChg chg="add mod">
          <ac:chgData name="Kenneth Copas" userId="acf87e8c-e0c4-48a9-850b-6aa06780f160" providerId="ADAL" clId="{5027AF5D-BEAA-4A54-862B-04C6C1CE6BC4}" dt="2025-06-18T19:39:55.772" v="3637" actId="1036"/>
          <ac:grpSpMkLst>
            <pc:docMk/>
            <pc:sldMk cId="2688493855" sldId="291"/>
            <ac:grpSpMk id="66" creationId="{D04174A3-0BF0-6F7E-D12D-EE2388A951AF}"/>
          </ac:grpSpMkLst>
        </pc:grpChg>
        <pc:picChg chg="add mod">
          <ac:chgData name="Kenneth Copas" userId="acf87e8c-e0c4-48a9-850b-6aa06780f160" providerId="ADAL" clId="{5027AF5D-BEAA-4A54-862B-04C6C1CE6BC4}" dt="2025-06-18T19:35:57.735" v="3457" actId="164"/>
          <ac:picMkLst>
            <pc:docMk/>
            <pc:sldMk cId="2688493855" sldId="291"/>
            <ac:picMk id="54" creationId="{9990AEA4-2E1E-1BDA-F02E-D65929BED853}"/>
          </ac:picMkLst>
        </pc:picChg>
        <pc:picChg chg="add mod">
          <ac:chgData name="Kenneth Copas" userId="acf87e8c-e0c4-48a9-850b-6aa06780f160" providerId="ADAL" clId="{5027AF5D-BEAA-4A54-862B-04C6C1CE6BC4}" dt="2025-06-18T19:29:18.676" v="3327" actId="164"/>
          <ac:picMkLst>
            <pc:docMk/>
            <pc:sldMk cId="2688493855" sldId="291"/>
            <ac:picMk id="56" creationId="{DE2D77DC-3A69-CBE1-4660-E042701FFB11}"/>
          </ac:picMkLst>
        </pc:picChg>
        <pc:picChg chg="add mod">
          <ac:chgData name="Kenneth Copas" userId="acf87e8c-e0c4-48a9-850b-6aa06780f160" providerId="ADAL" clId="{5027AF5D-BEAA-4A54-862B-04C6C1CE6BC4}" dt="2025-06-18T19:36:04.501" v="3458" actId="164"/>
          <ac:picMkLst>
            <pc:docMk/>
            <pc:sldMk cId="2688493855" sldId="291"/>
            <ac:picMk id="60" creationId="{529BC92E-94B0-6C02-F214-3714BC3B67F7}"/>
          </ac:picMkLst>
        </pc:picChg>
        <pc:cxnChg chg="add mod">
          <ac:chgData name="Kenneth Copas" userId="acf87e8c-e0c4-48a9-850b-6aa06780f160" providerId="ADAL" clId="{5027AF5D-BEAA-4A54-862B-04C6C1CE6BC4}" dt="2025-06-18T18:30:52.228" v="1293" actId="1076"/>
          <ac:cxnSpMkLst>
            <pc:docMk/>
            <pc:sldMk cId="2688493855" sldId="291"/>
            <ac:cxnSpMk id="3" creationId="{D8707BD5-B708-8B30-49E6-93DDE33C62CF}"/>
          </ac:cxnSpMkLst>
        </pc:cxnChg>
        <pc:cxnChg chg="add mod">
          <ac:chgData name="Kenneth Copas" userId="acf87e8c-e0c4-48a9-850b-6aa06780f160" providerId="ADAL" clId="{5027AF5D-BEAA-4A54-862B-04C6C1CE6BC4}" dt="2025-06-18T19:08:42.886" v="3219" actId="1076"/>
          <ac:cxnSpMkLst>
            <pc:docMk/>
            <pc:sldMk cId="2688493855" sldId="291"/>
            <ac:cxnSpMk id="14" creationId="{E8E03B77-F3F0-421F-BB79-76969AD1C82A}"/>
          </ac:cxnSpMkLst>
        </pc:cxnChg>
        <pc:cxnChg chg="add mod">
          <ac:chgData name="Kenneth Copas" userId="acf87e8c-e0c4-48a9-850b-6aa06780f160" providerId="ADAL" clId="{5027AF5D-BEAA-4A54-862B-04C6C1CE6BC4}" dt="2025-06-18T19:31:47.471" v="3348" actId="1076"/>
          <ac:cxnSpMkLst>
            <pc:docMk/>
            <pc:sldMk cId="2688493855" sldId="291"/>
            <ac:cxnSpMk id="24" creationId="{13E59491-03C9-042E-927F-8DF7277D7CE0}"/>
          </ac:cxnSpMkLst>
        </pc:cxnChg>
      </pc:sldChg>
      <pc:sldChg chg="addSp delSp modSp del mod addAnim delAnim">
        <pc:chgData name="Kenneth Copas" userId="acf87e8c-e0c4-48a9-850b-6aa06780f160" providerId="ADAL" clId="{5027AF5D-BEAA-4A54-862B-04C6C1CE6BC4}" dt="2025-06-18T19:41:02.209" v="3642" actId="47"/>
        <pc:sldMkLst>
          <pc:docMk/>
          <pc:sldMk cId="528160161" sldId="292"/>
        </pc:sldMkLst>
      </pc:sldChg>
      <pc:sldChg chg="addSp delSp modSp del modTransition">
        <pc:chgData name="Kenneth Copas" userId="acf87e8c-e0c4-48a9-850b-6aa06780f160" providerId="ADAL" clId="{5027AF5D-BEAA-4A54-862B-04C6C1CE6BC4}" dt="2025-06-20T14:21:08.668" v="9712" actId="47"/>
        <pc:sldMkLst>
          <pc:docMk/>
          <pc:sldMk cId="204358488" sldId="293"/>
        </pc:sldMkLst>
      </pc:sldChg>
      <pc:sldChg chg="modSp mod modTransition">
        <pc:chgData name="Kenneth Copas" userId="acf87e8c-e0c4-48a9-850b-6aa06780f160" providerId="ADAL" clId="{5027AF5D-BEAA-4A54-862B-04C6C1CE6BC4}" dt="2025-06-20T15:54:37.316" v="11505"/>
        <pc:sldMkLst>
          <pc:docMk/>
          <pc:sldMk cId="3021057917" sldId="294"/>
        </pc:sldMkLst>
        <pc:spChg chg="mod">
          <ac:chgData name="Kenneth Copas" userId="acf87e8c-e0c4-48a9-850b-6aa06780f160" providerId="ADAL" clId="{5027AF5D-BEAA-4A54-862B-04C6C1CE6BC4}" dt="2025-06-18T17:32:43.816" v="575" actId="1076"/>
          <ac:spMkLst>
            <pc:docMk/>
            <pc:sldMk cId="3021057917" sldId="294"/>
            <ac:spMk id="4" creationId="{32728AC9-57AD-9129-2359-32C0C790D891}"/>
          </ac:spMkLst>
        </pc:spChg>
        <pc:spChg chg="mod">
          <ac:chgData name="Kenneth Copas" userId="acf87e8c-e0c4-48a9-850b-6aa06780f160" providerId="ADAL" clId="{5027AF5D-BEAA-4A54-862B-04C6C1CE6BC4}" dt="2025-06-18T18:56:06.110" v="3215" actId="207"/>
          <ac:spMkLst>
            <pc:docMk/>
            <pc:sldMk cId="3021057917" sldId="294"/>
            <ac:spMk id="5" creationId="{77474AFA-0857-7060-D9BF-922D30B2727C}"/>
          </ac:spMkLst>
        </pc:spChg>
        <pc:picChg chg="mod">
          <ac:chgData name="Kenneth Copas" userId="acf87e8c-e0c4-48a9-850b-6aa06780f160" providerId="ADAL" clId="{5027AF5D-BEAA-4A54-862B-04C6C1CE6BC4}" dt="2025-06-18T17:32:31.443" v="574" actId="1076"/>
          <ac:picMkLst>
            <pc:docMk/>
            <pc:sldMk cId="3021057917" sldId="294"/>
            <ac:picMk id="9" creationId="{43BE3768-BD5E-464B-E89E-9330B65AEF33}"/>
          </ac:picMkLst>
        </pc:picChg>
      </pc:sldChg>
      <pc:sldChg chg="addSp delSp modSp mod modTransition modAnim">
        <pc:chgData name="Kenneth Copas" userId="acf87e8c-e0c4-48a9-850b-6aa06780f160" providerId="ADAL" clId="{5027AF5D-BEAA-4A54-862B-04C6C1CE6BC4}" dt="2025-06-20T15:54:37.316" v="11505"/>
        <pc:sldMkLst>
          <pc:docMk/>
          <pc:sldMk cId="2939297040" sldId="295"/>
        </pc:sldMkLst>
        <pc:spChg chg="mod">
          <ac:chgData name="Kenneth Copas" userId="acf87e8c-e0c4-48a9-850b-6aa06780f160" providerId="ADAL" clId="{5027AF5D-BEAA-4A54-862B-04C6C1CE6BC4}" dt="2025-06-18T17:26:54.395" v="541" actId="14100"/>
          <ac:spMkLst>
            <pc:docMk/>
            <pc:sldMk cId="2939297040" sldId="295"/>
            <ac:spMk id="2" creationId="{3EB5579B-1BF6-DEE4-3513-B4D4AA34A2B2}"/>
          </ac:spMkLst>
        </pc:spChg>
        <pc:spChg chg="mod">
          <ac:chgData name="Kenneth Copas" userId="acf87e8c-e0c4-48a9-850b-6aa06780f160" providerId="ADAL" clId="{5027AF5D-BEAA-4A54-862B-04C6C1CE6BC4}" dt="2025-06-18T19:52:12.504" v="3736" actId="1076"/>
          <ac:spMkLst>
            <pc:docMk/>
            <pc:sldMk cId="2939297040" sldId="295"/>
            <ac:spMk id="6" creationId="{E90E3547-44FF-28CC-8E42-CAAD54BE9FBC}"/>
          </ac:spMkLst>
        </pc:spChg>
        <pc:spChg chg="add mod">
          <ac:chgData name="Kenneth Copas" userId="acf87e8c-e0c4-48a9-850b-6aa06780f160" providerId="ADAL" clId="{5027AF5D-BEAA-4A54-862B-04C6C1CE6BC4}" dt="2025-06-20T15:52:05.705" v="11492" actId="164"/>
          <ac:spMkLst>
            <pc:docMk/>
            <pc:sldMk cId="2939297040" sldId="295"/>
            <ac:spMk id="8" creationId="{4DD53A63-9B09-F961-C23D-EBF241965106}"/>
          </ac:spMkLst>
        </pc:spChg>
        <pc:spChg chg="add mod">
          <ac:chgData name="Kenneth Copas" userId="acf87e8c-e0c4-48a9-850b-6aa06780f160" providerId="ADAL" clId="{5027AF5D-BEAA-4A54-862B-04C6C1CE6BC4}" dt="2025-06-20T15:52:05.705" v="11492" actId="164"/>
          <ac:spMkLst>
            <pc:docMk/>
            <pc:sldMk cId="2939297040" sldId="295"/>
            <ac:spMk id="20" creationId="{F4565FF5-E04C-B85C-EB48-1E55AB24EEA9}"/>
          </ac:spMkLst>
        </pc:spChg>
        <pc:spChg chg="add mod">
          <ac:chgData name="Kenneth Copas" userId="acf87e8c-e0c4-48a9-850b-6aa06780f160" providerId="ADAL" clId="{5027AF5D-BEAA-4A54-862B-04C6C1CE6BC4}" dt="2025-06-20T15:52:05.705" v="11492" actId="164"/>
          <ac:spMkLst>
            <pc:docMk/>
            <pc:sldMk cId="2939297040" sldId="295"/>
            <ac:spMk id="22" creationId="{3CA1BBA2-FB67-B921-D02F-AAFD5C6B5645}"/>
          </ac:spMkLst>
        </pc:spChg>
        <pc:spChg chg="add mod">
          <ac:chgData name="Kenneth Copas" userId="acf87e8c-e0c4-48a9-850b-6aa06780f160" providerId="ADAL" clId="{5027AF5D-BEAA-4A54-862B-04C6C1CE6BC4}" dt="2025-06-20T15:52:05.705" v="11492" actId="164"/>
          <ac:spMkLst>
            <pc:docMk/>
            <pc:sldMk cId="2939297040" sldId="295"/>
            <ac:spMk id="24" creationId="{559B2ECB-9F74-F347-3525-48CBAA8E43F5}"/>
          </ac:spMkLst>
        </pc:spChg>
        <pc:spChg chg="add mod">
          <ac:chgData name="Kenneth Copas" userId="acf87e8c-e0c4-48a9-850b-6aa06780f160" providerId="ADAL" clId="{5027AF5D-BEAA-4A54-862B-04C6C1CE6BC4}" dt="2025-06-20T15:52:05.705" v="11492" actId="164"/>
          <ac:spMkLst>
            <pc:docMk/>
            <pc:sldMk cId="2939297040" sldId="295"/>
            <ac:spMk id="25" creationId="{E81305E5-E40E-B3F0-F2C5-43775E380870}"/>
          </ac:spMkLst>
        </pc:spChg>
        <pc:spChg chg="add mod">
          <ac:chgData name="Kenneth Copas" userId="acf87e8c-e0c4-48a9-850b-6aa06780f160" providerId="ADAL" clId="{5027AF5D-BEAA-4A54-862B-04C6C1CE6BC4}" dt="2025-06-20T15:52:05.705" v="11492" actId="164"/>
          <ac:spMkLst>
            <pc:docMk/>
            <pc:sldMk cId="2939297040" sldId="295"/>
            <ac:spMk id="27" creationId="{56CB67E6-BD97-B77B-DF72-B82A6F0F38C7}"/>
          </ac:spMkLst>
        </pc:spChg>
        <pc:picChg chg="mod">
          <ac:chgData name="Kenneth Copas" userId="acf87e8c-e0c4-48a9-850b-6aa06780f160" providerId="ADAL" clId="{5027AF5D-BEAA-4A54-862B-04C6C1CE6BC4}" dt="2025-06-18T19:52:09.216" v="3735" actId="1076"/>
          <ac:picMkLst>
            <pc:docMk/>
            <pc:sldMk cId="2939297040" sldId="295"/>
            <ac:picMk id="3" creationId="{723EEFF0-5B96-A377-4D97-727257493D99}"/>
          </ac:picMkLst>
        </pc:picChg>
        <pc:picChg chg="add del mod ord modCrop">
          <ac:chgData name="Kenneth Copas" userId="acf87e8c-e0c4-48a9-850b-6aa06780f160" providerId="ADAL" clId="{5027AF5D-BEAA-4A54-862B-04C6C1CE6BC4}" dt="2025-06-20T15:47:27.637" v="11478" actId="478"/>
          <ac:picMkLst>
            <pc:docMk/>
            <pc:sldMk cId="2939297040" sldId="295"/>
            <ac:picMk id="51" creationId="{7D642FA5-29A0-C841-7378-33C602B90F43}"/>
          </ac:picMkLst>
        </pc:picChg>
        <pc:cxnChg chg="add mod">
          <ac:chgData name="Kenneth Copas" userId="acf87e8c-e0c4-48a9-850b-6aa06780f160" providerId="ADAL" clId="{5027AF5D-BEAA-4A54-862B-04C6C1CE6BC4}" dt="2025-06-20T15:52:05.705" v="11492" actId="164"/>
          <ac:cxnSpMkLst>
            <pc:docMk/>
            <pc:sldMk cId="2939297040" sldId="295"/>
            <ac:cxnSpMk id="18" creationId="{7C1C29E2-AB22-7AEE-FEEE-B2773BF4E7E8}"/>
          </ac:cxnSpMkLst>
        </pc:cxnChg>
        <pc:cxnChg chg="add mod">
          <ac:chgData name="Kenneth Copas" userId="acf87e8c-e0c4-48a9-850b-6aa06780f160" providerId="ADAL" clId="{5027AF5D-BEAA-4A54-862B-04C6C1CE6BC4}" dt="2025-06-20T15:52:05.705" v="11492" actId="164"/>
          <ac:cxnSpMkLst>
            <pc:docMk/>
            <pc:sldMk cId="2939297040" sldId="295"/>
            <ac:cxnSpMk id="23" creationId="{04692966-C642-D650-A771-6F2D0AA0DE22}"/>
          </ac:cxnSpMkLst>
        </pc:cxnChg>
        <pc:cxnChg chg="add mod">
          <ac:chgData name="Kenneth Copas" userId="acf87e8c-e0c4-48a9-850b-6aa06780f160" providerId="ADAL" clId="{5027AF5D-BEAA-4A54-862B-04C6C1CE6BC4}" dt="2025-06-20T15:52:05.705" v="11492" actId="164"/>
          <ac:cxnSpMkLst>
            <pc:docMk/>
            <pc:sldMk cId="2939297040" sldId="295"/>
            <ac:cxnSpMk id="26" creationId="{575D18B6-0F9B-5B32-9113-7BBED0917E02}"/>
          </ac:cxnSpMkLst>
        </pc:cxnChg>
      </pc:sldChg>
      <pc:sldChg chg="add del">
        <pc:chgData name="Kenneth Copas" userId="acf87e8c-e0c4-48a9-850b-6aa06780f160" providerId="ADAL" clId="{5027AF5D-BEAA-4A54-862B-04C6C1CE6BC4}" dt="2025-06-18T20:35:14.563" v="5515" actId="2890"/>
        <pc:sldMkLst>
          <pc:docMk/>
          <pc:sldMk cId="251744607" sldId="296"/>
        </pc:sldMkLst>
      </pc:sldChg>
      <pc:sldChg chg="addSp delSp modSp add del mod setBg">
        <pc:chgData name="Kenneth Copas" userId="acf87e8c-e0c4-48a9-850b-6aa06780f160" providerId="ADAL" clId="{5027AF5D-BEAA-4A54-862B-04C6C1CE6BC4}" dt="2025-06-20T15:06:29.725" v="11007" actId="47"/>
        <pc:sldMkLst>
          <pc:docMk/>
          <pc:sldMk cId="2943148723" sldId="296"/>
        </pc:sldMkLst>
      </pc:sldChg>
      <pc:sldChg chg="add del">
        <pc:chgData name="Kenneth Copas" userId="acf87e8c-e0c4-48a9-850b-6aa06780f160" providerId="ADAL" clId="{5027AF5D-BEAA-4A54-862B-04C6C1CE6BC4}" dt="2025-06-18T20:35:10.412" v="5511" actId="2890"/>
        <pc:sldMkLst>
          <pc:docMk/>
          <pc:sldMk cId="3536909592" sldId="296"/>
        </pc:sldMkLst>
      </pc:sldChg>
      <pc:sldChg chg="add del setBg">
        <pc:chgData name="Kenneth Copas" userId="acf87e8c-e0c4-48a9-850b-6aa06780f160" providerId="ADAL" clId="{5027AF5D-BEAA-4A54-862B-04C6C1CE6BC4}" dt="2025-06-18T20:35:14.120" v="5514"/>
        <pc:sldMkLst>
          <pc:docMk/>
          <pc:sldMk cId="3490057032" sldId="297"/>
        </pc:sldMkLst>
      </pc:sldChg>
      <pc:sldChg chg="addSp delSp modSp add mod modTransition">
        <pc:chgData name="Kenneth Copas" userId="acf87e8c-e0c4-48a9-850b-6aa06780f160" providerId="ADAL" clId="{5027AF5D-BEAA-4A54-862B-04C6C1CE6BC4}" dt="2025-06-20T15:54:37.316" v="11505"/>
        <pc:sldMkLst>
          <pc:docMk/>
          <pc:sldMk cId="3722700386" sldId="297"/>
        </pc:sldMkLst>
        <pc:spChg chg="mod">
          <ac:chgData name="Kenneth Copas" userId="acf87e8c-e0c4-48a9-850b-6aa06780f160" providerId="ADAL" clId="{5027AF5D-BEAA-4A54-862B-04C6C1CE6BC4}" dt="2025-06-20T15:06:09.235" v="11000" actId="14100"/>
          <ac:spMkLst>
            <pc:docMk/>
            <pc:sldMk cId="3722700386" sldId="297"/>
            <ac:spMk id="7" creationId="{51A8E02B-6D5B-6316-F39B-841F7E7E8ED9}"/>
          </ac:spMkLst>
        </pc:spChg>
        <pc:spChg chg="mod">
          <ac:chgData name="Kenneth Copas" userId="acf87e8c-e0c4-48a9-850b-6aa06780f160" providerId="ADAL" clId="{5027AF5D-BEAA-4A54-862B-04C6C1CE6BC4}" dt="2025-06-20T15:42:27.557" v="11433" actId="478"/>
          <ac:spMkLst>
            <pc:docMk/>
            <pc:sldMk cId="3722700386" sldId="297"/>
            <ac:spMk id="33" creationId="{B0990667-BE16-B00A-444D-924B2118B79C}"/>
          </ac:spMkLst>
        </pc:spChg>
        <pc:spChg chg="mod">
          <ac:chgData name="Kenneth Copas" userId="acf87e8c-e0c4-48a9-850b-6aa06780f160" providerId="ADAL" clId="{5027AF5D-BEAA-4A54-862B-04C6C1CE6BC4}" dt="2025-06-20T15:42:46.731" v="11448" actId="1038"/>
          <ac:spMkLst>
            <pc:docMk/>
            <pc:sldMk cId="3722700386" sldId="297"/>
            <ac:spMk id="35" creationId="{9CEA849B-49C0-1E10-E443-D32429D46CCC}"/>
          </ac:spMkLst>
        </pc:spChg>
        <pc:spChg chg="add mod">
          <ac:chgData name="Kenneth Copas" userId="acf87e8c-e0c4-48a9-850b-6aa06780f160" providerId="ADAL" clId="{5027AF5D-BEAA-4A54-862B-04C6C1CE6BC4}" dt="2025-06-20T15:04:22.021" v="10944" actId="1076"/>
          <ac:spMkLst>
            <pc:docMk/>
            <pc:sldMk cId="3722700386" sldId="297"/>
            <ac:spMk id="60" creationId="{43173C7B-37E6-C5E7-AC15-4452494FD3BA}"/>
          </ac:spMkLst>
        </pc:spChg>
        <pc:spChg chg="add mod">
          <ac:chgData name="Kenneth Copas" userId="acf87e8c-e0c4-48a9-850b-6aa06780f160" providerId="ADAL" clId="{5027AF5D-BEAA-4A54-862B-04C6C1CE6BC4}" dt="2025-06-20T15:04:53.053" v="10949"/>
          <ac:spMkLst>
            <pc:docMk/>
            <pc:sldMk cId="3722700386" sldId="297"/>
            <ac:spMk id="62" creationId="{183485A2-6D68-E80B-8291-3815A19B6AE1}"/>
          </ac:spMkLst>
        </pc:spChg>
        <pc:spChg chg="add mod ord">
          <ac:chgData name="Kenneth Copas" userId="acf87e8c-e0c4-48a9-850b-6aa06780f160" providerId="ADAL" clId="{5027AF5D-BEAA-4A54-862B-04C6C1CE6BC4}" dt="2025-06-20T15:43:38.231" v="11470" actId="1035"/>
          <ac:spMkLst>
            <pc:docMk/>
            <pc:sldMk cId="3722700386" sldId="297"/>
            <ac:spMk id="1029" creationId="{A8E79BEA-51C5-BE34-9E0C-A16C679E3B9A}"/>
          </ac:spMkLst>
        </pc:spChg>
        <pc:grpChg chg="mod">
          <ac:chgData name="Kenneth Copas" userId="acf87e8c-e0c4-48a9-850b-6aa06780f160" providerId="ADAL" clId="{5027AF5D-BEAA-4A54-862B-04C6C1CE6BC4}" dt="2025-06-20T15:42:46.731" v="11448" actId="1038"/>
          <ac:grpSpMkLst>
            <pc:docMk/>
            <pc:sldMk cId="3722700386" sldId="297"/>
            <ac:grpSpMk id="30" creationId="{3B672FDD-E7E1-4B49-D5F0-3873CBEC13D7}"/>
          </ac:grpSpMkLst>
        </pc:grpChg>
        <pc:grpChg chg="mod">
          <ac:chgData name="Kenneth Copas" userId="acf87e8c-e0c4-48a9-850b-6aa06780f160" providerId="ADAL" clId="{5027AF5D-BEAA-4A54-862B-04C6C1CE6BC4}" dt="2025-06-20T15:42:46.731" v="11448" actId="1038"/>
          <ac:grpSpMkLst>
            <pc:docMk/>
            <pc:sldMk cId="3722700386" sldId="297"/>
            <ac:grpSpMk id="36" creationId="{B346A7AF-45E4-35B0-3571-801BB884FC34}"/>
          </ac:grpSpMkLst>
        </pc:grpChg>
        <pc:grpChg chg="add mod">
          <ac:chgData name="Kenneth Copas" userId="acf87e8c-e0c4-48a9-850b-6aa06780f160" providerId="ADAL" clId="{5027AF5D-BEAA-4A54-862B-04C6C1CE6BC4}" dt="2025-06-20T15:43:38.231" v="11470" actId="1035"/>
          <ac:grpSpMkLst>
            <pc:docMk/>
            <pc:sldMk cId="3722700386" sldId="297"/>
            <ac:grpSpMk id="1030" creationId="{6B471E82-6D64-F375-134A-EAC7E1C55105}"/>
          </ac:grpSpMkLst>
        </pc:grpChg>
        <pc:grpChg chg="add mod">
          <ac:chgData name="Kenneth Copas" userId="acf87e8c-e0c4-48a9-850b-6aa06780f160" providerId="ADAL" clId="{5027AF5D-BEAA-4A54-862B-04C6C1CE6BC4}" dt="2025-06-20T15:43:38.231" v="11470" actId="1035"/>
          <ac:grpSpMkLst>
            <pc:docMk/>
            <pc:sldMk cId="3722700386" sldId="297"/>
            <ac:grpSpMk id="1035" creationId="{C7AE0FD4-DA6A-E9AA-7FF0-728D47220BA9}"/>
          </ac:grpSpMkLst>
        </pc:grpChg>
        <pc:graphicFrameChg chg="add mod">
          <ac:chgData name="Kenneth Copas" userId="acf87e8c-e0c4-48a9-850b-6aa06780f160" providerId="ADAL" clId="{5027AF5D-BEAA-4A54-862B-04C6C1CE6BC4}" dt="2025-06-20T15:38:20.779" v="11329" actId="12269"/>
          <ac:graphicFrameMkLst>
            <pc:docMk/>
            <pc:sldMk cId="3722700386" sldId="297"/>
            <ac:graphicFrameMk id="42" creationId="{B7095A97-CC1A-FC67-A254-2E667B1CFB03}"/>
          </ac:graphicFrameMkLst>
        </pc:graphicFrameChg>
        <pc:picChg chg="mod">
          <ac:chgData name="Kenneth Copas" userId="acf87e8c-e0c4-48a9-850b-6aa06780f160" providerId="ADAL" clId="{5027AF5D-BEAA-4A54-862B-04C6C1CE6BC4}" dt="2025-06-20T15:43:27.639" v="11462" actId="1582"/>
          <ac:picMkLst>
            <pc:docMk/>
            <pc:sldMk cId="3722700386" sldId="297"/>
            <ac:picMk id="13" creationId="{E12B0BD0-AEAC-2DB8-2559-6FD7FBCD9631}"/>
          </ac:picMkLst>
        </pc:picChg>
        <pc:picChg chg="add mod">
          <ac:chgData name="Kenneth Copas" userId="acf87e8c-e0c4-48a9-850b-6aa06780f160" providerId="ADAL" clId="{5027AF5D-BEAA-4A54-862B-04C6C1CE6BC4}" dt="2025-06-20T15:04:53.053" v="10949"/>
          <ac:picMkLst>
            <pc:docMk/>
            <pc:sldMk cId="3722700386" sldId="297"/>
            <ac:picMk id="61" creationId="{8A5BE88B-DB21-7547-7967-7C0D9F189610}"/>
          </ac:picMkLst>
        </pc:picChg>
        <pc:picChg chg="add mod">
          <ac:chgData name="Kenneth Copas" userId="acf87e8c-e0c4-48a9-850b-6aa06780f160" providerId="ADAL" clId="{5027AF5D-BEAA-4A54-862B-04C6C1CE6BC4}" dt="2025-06-20T15:04:53.053" v="10949"/>
          <ac:picMkLst>
            <pc:docMk/>
            <pc:sldMk cId="3722700386" sldId="297"/>
            <ac:picMk id="63" creationId="{FBB00C90-CC55-16E1-9EE4-441DD862465B}"/>
          </ac:picMkLst>
        </pc:picChg>
        <pc:picChg chg="mod">
          <ac:chgData name="Kenneth Copas" userId="acf87e8c-e0c4-48a9-850b-6aa06780f160" providerId="ADAL" clId="{5027AF5D-BEAA-4A54-862B-04C6C1CE6BC4}" dt="2025-06-20T15:42:46.731" v="11448" actId="1038"/>
          <ac:picMkLst>
            <pc:docMk/>
            <pc:sldMk cId="3722700386" sldId="297"/>
            <ac:picMk id="1026" creationId="{A7851A34-15B4-8B21-C508-B0795A31DFB6}"/>
          </ac:picMkLst>
        </pc:picChg>
        <pc:picChg chg="add mod">
          <ac:chgData name="Kenneth Copas" userId="acf87e8c-e0c4-48a9-850b-6aa06780f160" providerId="ADAL" clId="{5027AF5D-BEAA-4A54-862B-04C6C1CE6BC4}" dt="2025-06-20T15:43:38.231" v="11470" actId="1035"/>
          <ac:picMkLst>
            <pc:docMk/>
            <pc:sldMk cId="3722700386" sldId="297"/>
            <ac:picMk id="1028" creationId="{2D64E583-1D35-8B8B-8831-D489A8AA20DF}"/>
          </ac:picMkLst>
        </pc:picChg>
        <pc:picChg chg="add mod">
          <ac:chgData name="Kenneth Copas" userId="acf87e8c-e0c4-48a9-850b-6aa06780f160" providerId="ADAL" clId="{5027AF5D-BEAA-4A54-862B-04C6C1CE6BC4}" dt="2025-06-20T15:43:38.231" v="11470" actId="1035"/>
          <ac:picMkLst>
            <pc:docMk/>
            <pc:sldMk cId="3722700386" sldId="297"/>
            <ac:picMk id="1034" creationId="{F9B7BB6F-25B4-C4F8-2C1E-C32D3AF5157E}"/>
          </ac:picMkLst>
        </pc:picChg>
        <pc:cxnChg chg="add mod">
          <ac:chgData name="Kenneth Copas" userId="acf87e8c-e0c4-48a9-850b-6aa06780f160" providerId="ADAL" clId="{5027AF5D-BEAA-4A54-862B-04C6C1CE6BC4}" dt="2025-06-20T15:06:17.254" v="11006" actId="1036"/>
          <ac:cxnSpMkLst>
            <pc:docMk/>
            <pc:sldMk cId="3722700386" sldId="297"/>
            <ac:cxnSpMk id="1024" creationId="{FF34B369-FD89-50D2-56C0-AD386AAB4146}"/>
          </ac:cxnSpMkLst>
        </pc:cxnChg>
      </pc:sldChg>
      <pc:sldChg chg="addSp delSp modSp add del mod">
        <pc:chgData name="Kenneth Copas" userId="acf87e8c-e0c4-48a9-850b-6aa06780f160" providerId="ADAL" clId="{5027AF5D-BEAA-4A54-862B-04C6C1CE6BC4}" dt="2025-06-20T15:36:30.804" v="11326" actId="47"/>
        <pc:sldMkLst>
          <pc:docMk/>
          <pc:sldMk cId="918127411" sldId="298"/>
        </pc:sldMkLst>
      </pc:sldChg>
      <pc:sldMasterChg chg="modTransition modSldLayout">
        <pc:chgData name="Kenneth Copas" userId="acf87e8c-e0c4-48a9-850b-6aa06780f160" providerId="ADAL" clId="{5027AF5D-BEAA-4A54-862B-04C6C1CE6BC4}" dt="2025-06-20T15:54:37.316" v="11505"/>
        <pc:sldMasterMkLst>
          <pc:docMk/>
          <pc:sldMasterMk cId="1287892504" sldId="2147483660"/>
        </pc:sldMasterMkLst>
        <pc:sldLayoutChg chg="modTransition">
          <pc:chgData name="Kenneth Copas" userId="acf87e8c-e0c4-48a9-850b-6aa06780f160" providerId="ADAL" clId="{5027AF5D-BEAA-4A54-862B-04C6C1CE6BC4}" dt="2025-06-20T15:54:37.316" v="11505"/>
          <pc:sldLayoutMkLst>
            <pc:docMk/>
            <pc:sldMasterMk cId="1287892504" sldId="2147483660"/>
            <pc:sldLayoutMk cId="3372931445" sldId="2147483661"/>
          </pc:sldLayoutMkLst>
        </pc:sldLayoutChg>
        <pc:sldLayoutChg chg="modTransition">
          <pc:chgData name="Kenneth Copas" userId="acf87e8c-e0c4-48a9-850b-6aa06780f160" providerId="ADAL" clId="{5027AF5D-BEAA-4A54-862B-04C6C1CE6BC4}" dt="2025-06-20T15:54:37.316" v="11505"/>
          <pc:sldLayoutMkLst>
            <pc:docMk/>
            <pc:sldMasterMk cId="1287892504" sldId="2147483660"/>
            <pc:sldLayoutMk cId="1693483966" sldId="2147483662"/>
          </pc:sldLayoutMkLst>
        </pc:sldLayoutChg>
        <pc:sldLayoutChg chg="modTransition">
          <pc:chgData name="Kenneth Copas" userId="acf87e8c-e0c4-48a9-850b-6aa06780f160" providerId="ADAL" clId="{5027AF5D-BEAA-4A54-862B-04C6C1CE6BC4}" dt="2025-06-20T15:54:37.316" v="11505"/>
          <pc:sldLayoutMkLst>
            <pc:docMk/>
            <pc:sldMasterMk cId="1287892504" sldId="2147483660"/>
            <pc:sldLayoutMk cId="2602543283" sldId="2147483663"/>
          </pc:sldLayoutMkLst>
        </pc:sldLayoutChg>
        <pc:sldLayoutChg chg="modTransition">
          <pc:chgData name="Kenneth Copas" userId="acf87e8c-e0c4-48a9-850b-6aa06780f160" providerId="ADAL" clId="{5027AF5D-BEAA-4A54-862B-04C6C1CE6BC4}" dt="2025-06-20T15:54:37.316" v="11505"/>
          <pc:sldLayoutMkLst>
            <pc:docMk/>
            <pc:sldMasterMk cId="1287892504" sldId="2147483660"/>
            <pc:sldLayoutMk cId="4231962605" sldId="2147483664"/>
          </pc:sldLayoutMkLst>
        </pc:sldLayoutChg>
        <pc:sldLayoutChg chg="modTransition">
          <pc:chgData name="Kenneth Copas" userId="acf87e8c-e0c4-48a9-850b-6aa06780f160" providerId="ADAL" clId="{5027AF5D-BEAA-4A54-862B-04C6C1CE6BC4}" dt="2025-06-20T15:54:37.316" v="11505"/>
          <pc:sldLayoutMkLst>
            <pc:docMk/>
            <pc:sldMasterMk cId="1287892504" sldId="2147483660"/>
            <pc:sldLayoutMk cId="1027863893" sldId="2147483665"/>
          </pc:sldLayoutMkLst>
        </pc:sldLayoutChg>
        <pc:sldLayoutChg chg="modTransition">
          <pc:chgData name="Kenneth Copas" userId="acf87e8c-e0c4-48a9-850b-6aa06780f160" providerId="ADAL" clId="{5027AF5D-BEAA-4A54-862B-04C6C1CE6BC4}" dt="2025-06-20T15:54:37.316" v="11505"/>
          <pc:sldLayoutMkLst>
            <pc:docMk/>
            <pc:sldMasterMk cId="1287892504" sldId="2147483660"/>
            <pc:sldLayoutMk cId="2166128677" sldId="2147483666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1B9DE0-0F72-44C1-BCAB-475F8C7FF8FB}" type="doc">
      <dgm:prSet loTypeId="urn:microsoft.com/office/officeart/2005/8/layout/chevron1" loCatId="process" qsTypeId="urn:microsoft.com/office/officeart/2005/8/quickstyle/simple4" qsCatId="simple" csTypeId="urn:microsoft.com/office/officeart/2005/8/colors/accent1_3" csCatId="accent1" phldr="1"/>
      <dgm:spPr/>
    </dgm:pt>
    <dgm:pt modelId="{77E672DF-DA0E-4E40-B3FA-3C8E083259C5}">
      <dgm:prSet phldrT="[Text]" custT="1"/>
      <dgm:spPr/>
      <dgm:t>
        <a:bodyPr/>
        <a:lstStyle/>
        <a:p>
          <a:r>
            <a:rPr lang="en-US" sz="2400" dirty="0">
              <a:latin typeface="Graphik Semibold" panose="020B0703030202060203" pitchFamily="34" charset="0"/>
            </a:rPr>
            <a:t>Data Migration Setup</a:t>
          </a:r>
        </a:p>
      </dgm:t>
    </dgm:pt>
    <dgm:pt modelId="{419AF678-4717-4303-A98C-CFCE1A9BEA39}" type="parTrans" cxnId="{5C3D8A44-4958-4E22-A432-D8E2A4BD8EE9}">
      <dgm:prSet/>
      <dgm:spPr/>
      <dgm:t>
        <a:bodyPr/>
        <a:lstStyle/>
        <a:p>
          <a:endParaRPr lang="en-US"/>
        </a:p>
      </dgm:t>
    </dgm:pt>
    <dgm:pt modelId="{82D04F75-7CEC-48BC-9D60-8E94FED4181F}" type="sibTrans" cxnId="{5C3D8A44-4958-4E22-A432-D8E2A4BD8EE9}">
      <dgm:prSet/>
      <dgm:spPr/>
      <dgm:t>
        <a:bodyPr/>
        <a:lstStyle/>
        <a:p>
          <a:endParaRPr lang="en-US"/>
        </a:p>
      </dgm:t>
    </dgm:pt>
    <dgm:pt modelId="{41D9679A-89B1-4868-B400-70376425449E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Graphik Semibold" panose="020B0703030202060203" pitchFamily="34" charset="0"/>
              <a:ea typeface="+mn-ea"/>
              <a:cs typeface="+mn-cs"/>
            </a:rPr>
            <a:t>Data Pipeline</a:t>
          </a:r>
          <a:endParaRPr lang="en-US" sz="2400" kern="1200" dirty="0">
            <a:latin typeface="Graphik Semibold" panose="020B0703030202060203" pitchFamily="34" charset="0"/>
            <a:ea typeface="+mn-ea"/>
            <a:cs typeface="+mn-cs"/>
          </a:endParaRPr>
        </a:p>
      </dgm:t>
    </dgm:pt>
    <dgm:pt modelId="{3E2CAA00-E12C-4C93-9A5A-35854B554F9E}" type="parTrans" cxnId="{ED064A04-4F81-4192-97F6-80A21C3FE905}">
      <dgm:prSet/>
      <dgm:spPr/>
      <dgm:t>
        <a:bodyPr/>
        <a:lstStyle/>
        <a:p>
          <a:endParaRPr lang="en-US"/>
        </a:p>
      </dgm:t>
    </dgm:pt>
    <dgm:pt modelId="{6279C28D-B075-4D79-8FF7-9DF5AFF98607}" type="sibTrans" cxnId="{ED064A04-4F81-4192-97F6-80A21C3FE905}">
      <dgm:prSet/>
      <dgm:spPr/>
      <dgm:t>
        <a:bodyPr/>
        <a:lstStyle/>
        <a:p>
          <a:endParaRPr lang="en-US"/>
        </a:p>
      </dgm:t>
    </dgm:pt>
    <dgm:pt modelId="{2452F906-A1F2-4C26-B5F3-CA7B3F64F36E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Graphik Semibold" panose="020B0703030202060203" pitchFamily="34" charset="0"/>
              <a:ea typeface="+mn-ea"/>
              <a:cs typeface="+mn-cs"/>
            </a:rPr>
            <a:t>Command-line Interface</a:t>
          </a:r>
          <a:endParaRPr lang="en-US" sz="2400" kern="1200" dirty="0">
            <a:latin typeface="Graphik Semibold" panose="020B0703030202060203" pitchFamily="34" charset="0"/>
            <a:ea typeface="+mn-ea"/>
            <a:cs typeface="+mn-cs"/>
          </a:endParaRPr>
        </a:p>
      </dgm:t>
    </dgm:pt>
    <dgm:pt modelId="{3D33CCA7-0C4A-4AFF-952D-D0714E37A2DE}" type="parTrans" cxnId="{F40B6F25-FE3A-438C-BD58-E164232E97F9}">
      <dgm:prSet/>
      <dgm:spPr/>
      <dgm:t>
        <a:bodyPr/>
        <a:lstStyle/>
        <a:p>
          <a:endParaRPr lang="en-US"/>
        </a:p>
      </dgm:t>
    </dgm:pt>
    <dgm:pt modelId="{DFEC92DE-426C-4118-BD13-9D79F984CB74}" type="sibTrans" cxnId="{F40B6F25-FE3A-438C-BD58-E164232E97F9}">
      <dgm:prSet/>
      <dgm:spPr/>
      <dgm:t>
        <a:bodyPr/>
        <a:lstStyle/>
        <a:p>
          <a:endParaRPr lang="en-US"/>
        </a:p>
      </dgm:t>
    </dgm:pt>
    <dgm:pt modelId="{284B1CE1-947C-45ED-9CAE-BE536763C7ED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Graphik Semibold" panose="020B0703030202060203" pitchFamily="34" charset="0"/>
              <a:ea typeface="+mn-ea"/>
              <a:cs typeface="+mn-cs"/>
            </a:rPr>
            <a:t>Application Workflow</a:t>
          </a:r>
        </a:p>
      </dgm:t>
    </dgm:pt>
    <dgm:pt modelId="{1423C492-C810-4C23-B088-EFA396FB8E03}" type="parTrans" cxnId="{C3F44DF1-D2C4-400C-BC7C-8BD745F1C2F8}">
      <dgm:prSet/>
      <dgm:spPr/>
      <dgm:t>
        <a:bodyPr/>
        <a:lstStyle/>
        <a:p>
          <a:endParaRPr lang="en-US"/>
        </a:p>
      </dgm:t>
    </dgm:pt>
    <dgm:pt modelId="{BF484C05-7B77-4657-858F-AD575A21F63F}" type="sibTrans" cxnId="{C3F44DF1-D2C4-400C-BC7C-8BD745F1C2F8}">
      <dgm:prSet/>
      <dgm:spPr/>
      <dgm:t>
        <a:bodyPr/>
        <a:lstStyle/>
        <a:p>
          <a:endParaRPr lang="en-US"/>
        </a:p>
      </dgm:t>
    </dgm:pt>
    <dgm:pt modelId="{90151399-9646-48DF-A0CF-E3E0CBF3C9C3}" type="pres">
      <dgm:prSet presAssocID="{3F1B9DE0-0F72-44C1-BCAB-475F8C7FF8FB}" presName="Name0" presStyleCnt="0">
        <dgm:presLayoutVars>
          <dgm:dir/>
          <dgm:animLvl val="lvl"/>
          <dgm:resizeHandles val="exact"/>
        </dgm:presLayoutVars>
      </dgm:prSet>
      <dgm:spPr/>
    </dgm:pt>
    <dgm:pt modelId="{F6BCBD3C-5AD5-40E5-9E40-E2BABD69F256}" type="pres">
      <dgm:prSet presAssocID="{77E672DF-DA0E-4E40-B3FA-3C8E083259C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386072C-239C-4A5B-9820-D2DBC95B3FA1}" type="pres">
      <dgm:prSet presAssocID="{82D04F75-7CEC-48BC-9D60-8E94FED4181F}" presName="parTxOnlySpace" presStyleCnt="0"/>
      <dgm:spPr/>
    </dgm:pt>
    <dgm:pt modelId="{53BE35E8-7518-4C35-9A49-B35D4B9EF805}" type="pres">
      <dgm:prSet presAssocID="{41D9679A-89B1-4868-B400-70376425449E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2A0DDB3-66F7-49BE-B4D8-E4E28A20ABF6}" type="pres">
      <dgm:prSet presAssocID="{6279C28D-B075-4D79-8FF7-9DF5AFF98607}" presName="parTxOnlySpace" presStyleCnt="0"/>
      <dgm:spPr/>
    </dgm:pt>
    <dgm:pt modelId="{12CD0667-3165-481B-90C9-325D1B58D0C1}" type="pres">
      <dgm:prSet presAssocID="{2452F906-A1F2-4C26-B5F3-CA7B3F64F36E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A6DE891-C630-4F89-B6FD-053D2FEC58A0}" type="pres">
      <dgm:prSet presAssocID="{DFEC92DE-426C-4118-BD13-9D79F984CB74}" presName="parTxOnlySpace" presStyleCnt="0"/>
      <dgm:spPr/>
    </dgm:pt>
    <dgm:pt modelId="{6B65A706-7F87-4BFE-83E6-A054A04F4E89}" type="pres">
      <dgm:prSet presAssocID="{284B1CE1-947C-45ED-9CAE-BE536763C7E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D064A04-4F81-4192-97F6-80A21C3FE905}" srcId="{3F1B9DE0-0F72-44C1-BCAB-475F8C7FF8FB}" destId="{41D9679A-89B1-4868-B400-70376425449E}" srcOrd="1" destOrd="0" parTransId="{3E2CAA00-E12C-4C93-9A5A-35854B554F9E}" sibTransId="{6279C28D-B075-4D79-8FF7-9DF5AFF98607}"/>
    <dgm:cxn modelId="{26FCD809-BE50-41FE-A5AC-906308181E24}" type="presOf" srcId="{77E672DF-DA0E-4E40-B3FA-3C8E083259C5}" destId="{F6BCBD3C-5AD5-40E5-9E40-E2BABD69F256}" srcOrd="0" destOrd="0" presId="urn:microsoft.com/office/officeart/2005/8/layout/chevron1"/>
    <dgm:cxn modelId="{1CF4651A-5749-4913-ADEA-DB12320FEE86}" type="presOf" srcId="{2452F906-A1F2-4C26-B5F3-CA7B3F64F36E}" destId="{12CD0667-3165-481B-90C9-325D1B58D0C1}" srcOrd="0" destOrd="0" presId="urn:microsoft.com/office/officeart/2005/8/layout/chevron1"/>
    <dgm:cxn modelId="{F40B6F25-FE3A-438C-BD58-E164232E97F9}" srcId="{3F1B9DE0-0F72-44C1-BCAB-475F8C7FF8FB}" destId="{2452F906-A1F2-4C26-B5F3-CA7B3F64F36E}" srcOrd="2" destOrd="0" parTransId="{3D33CCA7-0C4A-4AFF-952D-D0714E37A2DE}" sibTransId="{DFEC92DE-426C-4118-BD13-9D79F984CB74}"/>
    <dgm:cxn modelId="{26F59636-D734-4290-BD55-862DB753CFD5}" type="presOf" srcId="{284B1CE1-947C-45ED-9CAE-BE536763C7ED}" destId="{6B65A706-7F87-4BFE-83E6-A054A04F4E89}" srcOrd="0" destOrd="0" presId="urn:microsoft.com/office/officeart/2005/8/layout/chevron1"/>
    <dgm:cxn modelId="{91304438-39B2-42C3-9EFA-66E42C6B9937}" type="presOf" srcId="{3F1B9DE0-0F72-44C1-BCAB-475F8C7FF8FB}" destId="{90151399-9646-48DF-A0CF-E3E0CBF3C9C3}" srcOrd="0" destOrd="0" presId="urn:microsoft.com/office/officeart/2005/8/layout/chevron1"/>
    <dgm:cxn modelId="{5C3D8A44-4958-4E22-A432-D8E2A4BD8EE9}" srcId="{3F1B9DE0-0F72-44C1-BCAB-475F8C7FF8FB}" destId="{77E672DF-DA0E-4E40-B3FA-3C8E083259C5}" srcOrd="0" destOrd="0" parTransId="{419AF678-4717-4303-A98C-CFCE1A9BEA39}" sibTransId="{82D04F75-7CEC-48BC-9D60-8E94FED4181F}"/>
    <dgm:cxn modelId="{C3F44DF1-D2C4-400C-BC7C-8BD745F1C2F8}" srcId="{3F1B9DE0-0F72-44C1-BCAB-475F8C7FF8FB}" destId="{284B1CE1-947C-45ED-9CAE-BE536763C7ED}" srcOrd="3" destOrd="0" parTransId="{1423C492-C810-4C23-B088-EFA396FB8E03}" sibTransId="{BF484C05-7B77-4657-858F-AD575A21F63F}"/>
    <dgm:cxn modelId="{39B549F6-B94C-4FDB-B242-BCCCD81C175B}" type="presOf" srcId="{41D9679A-89B1-4868-B400-70376425449E}" destId="{53BE35E8-7518-4C35-9A49-B35D4B9EF805}" srcOrd="0" destOrd="0" presId="urn:microsoft.com/office/officeart/2005/8/layout/chevron1"/>
    <dgm:cxn modelId="{2A4B745F-A6BE-4AFE-BC94-C4EF7BE762FA}" type="presParOf" srcId="{90151399-9646-48DF-A0CF-E3E0CBF3C9C3}" destId="{F6BCBD3C-5AD5-40E5-9E40-E2BABD69F256}" srcOrd="0" destOrd="0" presId="urn:microsoft.com/office/officeart/2005/8/layout/chevron1"/>
    <dgm:cxn modelId="{F63C4F59-5297-4176-B145-58CBA8B20C5A}" type="presParOf" srcId="{90151399-9646-48DF-A0CF-E3E0CBF3C9C3}" destId="{E386072C-239C-4A5B-9820-D2DBC95B3FA1}" srcOrd="1" destOrd="0" presId="urn:microsoft.com/office/officeart/2005/8/layout/chevron1"/>
    <dgm:cxn modelId="{90B34836-FBC8-4B22-BB5D-2B0A41574867}" type="presParOf" srcId="{90151399-9646-48DF-A0CF-E3E0CBF3C9C3}" destId="{53BE35E8-7518-4C35-9A49-B35D4B9EF805}" srcOrd="2" destOrd="0" presId="urn:microsoft.com/office/officeart/2005/8/layout/chevron1"/>
    <dgm:cxn modelId="{EB4BC267-0A30-4B6D-ACC1-7902EFB92728}" type="presParOf" srcId="{90151399-9646-48DF-A0CF-E3E0CBF3C9C3}" destId="{42A0DDB3-66F7-49BE-B4D8-E4E28A20ABF6}" srcOrd="3" destOrd="0" presId="urn:microsoft.com/office/officeart/2005/8/layout/chevron1"/>
    <dgm:cxn modelId="{C2152D85-643F-4562-898F-492C07FB70A3}" type="presParOf" srcId="{90151399-9646-48DF-A0CF-E3E0CBF3C9C3}" destId="{12CD0667-3165-481B-90C9-325D1B58D0C1}" srcOrd="4" destOrd="0" presId="urn:microsoft.com/office/officeart/2005/8/layout/chevron1"/>
    <dgm:cxn modelId="{1F1670AF-906C-4782-982F-1CE3A52FB3F0}" type="presParOf" srcId="{90151399-9646-48DF-A0CF-E3E0CBF3C9C3}" destId="{EA6DE891-C630-4F89-B6FD-053D2FEC58A0}" srcOrd="5" destOrd="0" presId="urn:microsoft.com/office/officeart/2005/8/layout/chevron1"/>
    <dgm:cxn modelId="{0E339EEC-F670-4016-881E-CB399EDD62BC}" type="presParOf" srcId="{90151399-9646-48DF-A0CF-E3E0CBF3C9C3}" destId="{6B65A706-7F87-4BFE-83E6-A054A04F4E8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CE2BC6-5ED8-4455-83BC-2ED3CD5737FF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EC1ED2-2D6B-4E14-B9CB-35CEA5FE9B96}">
      <dgm:prSet/>
      <dgm:spPr>
        <a:ln w="19050">
          <a:solidFill>
            <a:schemeClr val="bg2">
              <a:lumMod val="75000"/>
            </a:schemeClr>
          </a:solidFill>
        </a:ln>
      </dgm:spPr>
      <dgm:t>
        <a:bodyPr/>
        <a:lstStyle/>
        <a:p>
          <a:r>
            <a:rPr lang="en-US" b="0" dirty="0"/>
            <a:t>This project manages an </a:t>
          </a:r>
          <a:r>
            <a:rPr lang="en-US" b="1" dirty="0"/>
            <a:t>ETL Pipeline </a:t>
          </a:r>
          <a:r>
            <a:rPr lang="en-US" b="0" dirty="0"/>
            <a:t>using </a:t>
          </a:r>
          <a:r>
            <a:rPr lang="en-US" b="1" dirty="0" err="1"/>
            <a:t>PySpark</a:t>
          </a:r>
          <a:r>
            <a:rPr lang="en-US" b="0" dirty="0"/>
            <a:t> and </a:t>
          </a:r>
          <a:r>
            <a:rPr lang="en-US" b="1" dirty="0"/>
            <a:t>MySQL</a:t>
          </a:r>
          <a:r>
            <a:rPr lang="en-US" b="0" dirty="0"/>
            <a:t>.</a:t>
          </a:r>
          <a:endParaRPr lang="en-US" dirty="0"/>
        </a:p>
      </dgm:t>
    </dgm:pt>
    <dgm:pt modelId="{6EAB3AC9-3132-4503-840F-90335E30CDD4}" type="parTrans" cxnId="{77D87A8A-CC81-42EC-941A-6E341B2DB6E2}">
      <dgm:prSet/>
      <dgm:spPr/>
      <dgm:t>
        <a:bodyPr/>
        <a:lstStyle/>
        <a:p>
          <a:endParaRPr lang="en-US"/>
        </a:p>
      </dgm:t>
    </dgm:pt>
    <dgm:pt modelId="{B9706478-19C1-478E-8ABC-6BB0BCB686BB}" type="sibTrans" cxnId="{77D87A8A-CC81-42EC-941A-6E341B2DB6E2}">
      <dgm:prSet/>
      <dgm:spPr/>
      <dgm:t>
        <a:bodyPr/>
        <a:lstStyle/>
        <a:p>
          <a:endParaRPr lang="en-US"/>
        </a:p>
      </dgm:t>
    </dgm:pt>
    <dgm:pt modelId="{7EC26C19-6513-4F45-BE4C-5B93C2ADE83F}">
      <dgm:prSet/>
      <dgm:spPr>
        <a:ln w="19050">
          <a:solidFill>
            <a:schemeClr val="bg2">
              <a:lumMod val="75000"/>
            </a:schemeClr>
          </a:solidFill>
        </a:ln>
      </dgm:spPr>
      <dgm:t>
        <a:bodyPr/>
        <a:lstStyle/>
        <a:p>
          <a:r>
            <a:rPr lang="en-US" b="0" dirty="0"/>
            <a:t>The </a:t>
          </a:r>
          <a:r>
            <a:rPr lang="en-US" b="1" dirty="0"/>
            <a:t>Command Line Interface </a:t>
          </a:r>
          <a:r>
            <a:rPr lang="en-US" b="0" dirty="0"/>
            <a:t>provides </a:t>
          </a:r>
          <a:r>
            <a:rPr lang="en-US" b="1" dirty="0"/>
            <a:t>non-technical</a:t>
          </a:r>
          <a:r>
            <a:rPr lang="en-US" b="0" dirty="0"/>
            <a:t> users interaction with the database.</a:t>
          </a:r>
          <a:endParaRPr lang="en-US" dirty="0"/>
        </a:p>
      </dgm:t>
    </dgm:pt>
    <dgm:pt modelId="{6AE333FD-7EAD-4C29-9C3F-7AF5B9D835D6}" type="parTrans" cxnId="{264D1E03-8740-4882-B6CE-E6E3EFBF7DAB}">
      <dgm:prSet/>
      <dgm:spPr/>
      <dgm:t>
        <a:bodyPr/>
        <a:lstStyle/>
        <a:p>
          <a:endParaRPr lang="en-US"/>
        </a:p>
      </dgm:t>
    </dgm:pt>
    <dgm:pt modelId="{E1D765D8-C076-469E-90A9-35848F10C3EE}" type="sibTrans" cxnId="{264D1E03-8740-4882-B6CE-E6E3EFBF7DAB}">
      <dgm:prSet/>
      <dgm:spPr/>
      <dgm:t>
        <a:bodyPr/>
        <a:lstStyle/>
        <a:p>
          <a:endParaRPr lang="en-US"/>
        </a:p>
      </dgm:t>
    </dgm:pt>
    <dgm:pt modelId="{E2A547FE-005F-4288-B8B0-B1F694166FED}">
      <dgm:prSet/>
      <dgm:spPr>
        <a:ln w="19050">
          <a:solidFill>
            <a:schemeClr val="bg2">
              <a:lumMod val="75000"/>
            </a:schemeClr>
          </a:solidFill>
        </a:ln>
      </dgm:spPr>
      <dgm:t>
        <a:bodyPr/>
        <a:lstStyle/>
        <a:p>
          <a:r>
            <a:rPr lang="en-US" b="1" dirty="0"/>
            <a:t>Tableau</a:t>
          </a:r>
          <a:r>
            <a:rPr lang="en-US" b="0" dirty="0"/>
            <a:t> is used for </a:t>
          </a:r>
          <a:r>
            <a:rPr lang="en-US" b="1" dirty="0"/>
            <a:t>Data Analysis and Visualization </a:t>
          </a:r>
          <a:r>
            <a:rPr lang="en-US" b="0" dirty="0"/>
            <a:t>to </a:t>
          </a:r>
          <a:r>
            <a:rPr lang="en-US" b="1" dirty="0"/>
            <a:t>tell a story </a:t>
          </a:r>
          <a:r>
            <a:rPr lang="en-US" b="0" dirty="0"/>
            <a:t>with the data.</a:t>
          </a:r>
          <a:endParaRPr lang="en-US" dirty="0"/>
        </a:p>
      </dgm:t>
    </dgm:pt>
    <dgm:pt modelId="{573AFA30-DBF7-4585-944B-A9B49C84EF56}" type="parTrans" cxnId="{AF739F0D-1886-4407-A239-02967D0B797E}">
      <dgm:prSet/>
      <dgm:spPr/>
      <dgm:t>
        <a:bodyPr/>
        <a:lstStyle/>
        <a:p>
          <a:endParaRPr lang="en-US"/>
        </a:p>
      </dgm:t>
    </dgm:pt>
    <dgm:pt modelId="{34F130A8-6FA0-49F8-89C6-B5F94E538A66}" type="sibTrans" cxnId="{AF739F0D-1886-4407-A239-02967D0B797E}">
      <dgm:prSet/>
      <dgm:spPr/>
      <dgm:t>
        <a:bodyPr/>
        <a:lstStyle/>
        <a:p>
          <a:endParaRPr lang="en-US"/>
        </a:p>
      </dgm:t>
    </dgm:pt>
    <dgm:pt modelId="{C6A254C0-71DF-46DF-AD7B-8D1B48682D24}" type="pres">
      <dgm:prSet presAssocID="{93CE2BC6-5ED8-4455-83BC-2ED3CD5737FF}" presName="Name0" presStyleCnt="0">
        <dgm:presLayoutVars>
          <dgm:dir/>
          <dgm:resizeHandles val="exact"/>
        </dgm:presLayoutVars>
      </dgm:prSet>
      <dgm:spPr/>
    </dgm:pt>
    <dgm:pt modelId="{32497132-2094-440D-BD9A-F2823F2CC123}" type="pres">
      <dgm:prSet presAssocID="{E7EC1ED2-2D6B-4E14-B9CB-35CEA5FE9B96}" presName="composite" presStyleCnt="0"/>
      <dgm:spPr/>
    </dgm:pt>
    <dgm:pt modelId="{C47E2144-4678-4248-ABAB-90EFCCB5583C}" type="pres">
      <dgm:prSet presAssocID="{E7EC1ED2-2D6B-4E14-B9CB-35CEA5FE9B96}" presName="rect1" presStyleLbl="trAlignAcc1" presStyleIdx="0" presStyleCnt="3">
        <dgm:presLayoutVars>
          <dgm:bulletEnabled val="1"/>
        </dgm:presLayoutVars>
      </dgm:prSet>
      <dgm:spPr/>
    </dgm:pt>
    <dgm:pt modelId="{974989B6-1104-4F62-80B8-C0ECBDAFFABA}" type="pres">
      <dgm:prSet presAssocID="{E7EC1ED2-2D6B-4E14-B9CB-35CEA5FE9B96}" presName="rect2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 l="-3000" r="-3000"/>
          </a:stretch>
        </a:blipFill>
      </dgm:spPr>
    </dgm:pt>
    <dgm:pt modelId="{365CD56A-F657-4AD3-81EC-14748042F045}" type="pres">
      <dgm:prSet presAssocID="{B9706478-19C1-478E-8ABC-6BB0BCB686BB}" presName="sibTrans" presStyleCnt="0"/>
      <dgm:spPr/>
    </dgm:pt>
    <dgm:pt modelId="{84044079-D800-4A45-89D8-9EA1FB6ED39A}" type="pres">
      <dgm:prSet presAssocID="{7EC26C19-6513-4F45-BE4C-5B93C2ADE83F}" presName="composite" presStyleCnt="0"/>
      <dgm:spPr/>
    </dgm:pt>
    <dgm:pt modelId="{FEFCB527-E324-413A-8460-EC428BA0C72A}" type="pres">
      <dgm:prSet presAssocID="{7EC26C19-6513-4F45-BE4C-5B93C2ADE83F}" presName="rect1" presStyleLbl="trAlignAcc1" presStyleIdx="1" presStyleCnt="3">
        <dgm:presLayoutVars>
          <dgm:bulletEnabled val="1"/>
        </dgm:presLayoutVars>
      </dgm:prSet>
      <dgm:spPr/>
    </dgm:pt>
    <dgm:pt modelId="{B3082F60-AFD2-447A-8993-0C6880B4890B}" type="pres">
      <dgm:prSet presAssocID="{7EC26C19-6513-4F45-BE4C-5B93C2ADE83F}" presName="rect2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</dgm:spPr>
    </dgm:pt>
    <dgm:pt modelId="{756C9174-6494-40A7-9E6B-AC9F83ED2837}" type="pres">
      <dgm:prSet presAssocID="{E1D765D8-C076-469E-90A9-35848F10C3EE}" presName="sibTrans" presStyleCnt="0"/>
      <dgm:spPr/>
    </dgm:pt>
    <dgm:pt modelId="{32BA3017-3208-41F4-A54E-FEDE1326FFD1}" type="pres">
      <dgm:prSet presAssocID="{E2A547FE-005F-4288-B8B0-B1F694166FED}" presName="composite" presStyleCnt="0"/>
      <dgm:spPr/>
    </dgm:pt>
    <dgm:pt modelId="{B7479667-43EA-4E6B-8EF8-C90B6C4B4E34}" type="pres">
      <dgm:prSet presAssocID="{E2A547FE-005F-4288-B8B0-B1F694166FED}" presName="rect1" presStyleLbl="trAlignAcc1" presStyleIdx="2" presStyleCnt="3">
        <dgm:presLayoutVars>
          <dgm:bulletEnabled val="1"/>
        </dgm:presLayoutVars>
      </dgm:prSet>
      <dgm:spPr/>
    </dgm:pt>
    <dgm:pt modelId="{824B0D31-161C-4D26-89B3-C954A32B3574}" type="pres">
      <dgm:prSet presAssocID="{E2A547FE-005F-4288-B8B0-B1F694166FED}" presName="rect2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l="-3000" r="-3000"/>
          </a:stretch>
        </a:blipFill>
      </dgm:spPr>
    </dgm:pt>
  </dgm:ptLst>
  <dgm:cxnLst>
    <dgm:cxn modelId="{264D1E03-8740-4882-B6CE-E6E3EFBF7DAB}" srcId="{93CE2BC6-5ED8-4455-83BC-2ED3CD5737FF}" destId="{7EC26C19-6513-4F45-BE4C-5B93C2ADE83F}" srcOrd="1" destOrd="0" parTransId="{6AE333FD-7EAD-4C29-9C3F-7AF5B9D835D6}" sibTransId="{E1D765D8-C076-469E-90A9-35848F10C3EE}"/>
    <dgm:cxn modelId="{AF739F0D-1886-4407-A239-02967D0B797E}" srcId="{93CE2BC6-5ED8-4455-83BC-2ED3CD5737FF}" destId="{E2A547FE-005F-4288-B8B0-B1F694166FED}" srcOrd="2" destOrd="0" parTransId="{573AFA30-DBF7-4585-944B-A9B49C84EF56}" sibTransId="{34F130A8-6FA0-49F8-89C6-B5F94E538A66}"/>
    <dgm:cxn modelId="{FC14FB7E-6B1E-47A7-A681-7C8F7C91D343}" type="presOf" srcId="{E7EC1ED2-2D6B-4E14-B9CB-35CEA5FE9B96}" destId="{C47E2144-4678-4248-ABAB-90EFCCB5583C}" srcOrd="0" destOrd="0" presId="urn:microsoft.com/office/officeart/2008/layout/PictureStrips"/>
    <dgm:cxn modelId="{A33C3587-8BC7-45EB-A7AD-FC4DBB4F22D0}" type="presOf" srcId="{E2A547FE-005F-4288-B8B0-B1F694166FED}" destId="{B7479667-43EA-4E6B-8EF8-C90B6C4B4E34}" srcOrd="0" destOrd="0" presId="urn:microsoft.com/office/officeart/2008/layout/PictureStrips"/>
    <dgm:cxn modelId="{77D87A8A-CC81-42EC-941A-6E341B2DB6E2}" srcId="{93CE2BC6-5ED8-4455-83BC-2ED3CD5737FF}" destId="{E7EC1ED2-2D6B-4E14-B9CB-35CEA5FE9B96}" srcOrd="0" destOrd="0" parTransId="{6EAB3AC9-3132-4503-840F-90335E30CDD4}" sibTransId="{B9706478-19C1-478E-8ABC-6BB0BCB686BB}"/>
    <dgm:cxn modelId="{FE9947E6-19DF-48DA-BC8E-6ACFDF1B13BF}" type="presOf" srcId="{93CE2BC6-5ED8-4455-83BC-2ED3CD5737FF}" destId="{C6A254C0-71DF-46DF-AD7B-8D1B48682D24}" srcOrd="0" destOrd="0" presId="urn:microsoft.com/office/officeart/2008/layout/PictureStrips"/>
    <dgm:cxn modelId="{0F6765F0-9E4C-4B1D-A8C9-7B294C3E1894}" type="presOf" srcId="{7EC26C19-6513-4F45-BE4C-5B93C2ADE83F}" destId="{FEFCB527-E324-413A-8460-EC428BA0C72A}" srcOrd="0" destOrd="0" presId="urn:microsoft.com/office/officeart/2008/layout/PictureStrips"/>
    <dgm:cxn modelId="{A3701AB6-AA9D-4DC0-BBE4-81E4C95843F4}" type="presParOf" srcId="{C6A254C0-71DF-46DF-AD7B-8D1B48682D24}" destId="{32497132-2094-440D-BD9A-F2823F2CC123}" srcOrd="0" destOrd="0" presId="urn:microsoft.com/office/officeart/2008/layout/PictureStrips"/>
    <dgm:cxn modelId="{187180C1-C78A-416D-81F3-118104382B75}" type="presParOf" srcId="{32497132-2094-440D-BD9A-F2823F2CC123}" destId="{C47E2144-4678-4248-ABAB-90EFCCB5583C}" srcOrd="0" destOrd="0" presId="urn:microsoft.com/office/officeart/2008/layout/PictureStrips"/>
    <dgm:cxn modelId="{F3EB8FB4-46C6-4256-B3C0-ACDC99ED148D}" type="presParOf" srcId="{32497132-2094-440D-BD9A-F2823F2CC123}" destId="{974989B6-1104-4F62-80B8-C0ECBDAFFABA}" srcOrd="1" destOrd="0" presId="urn:microsoft.com/office/officeart/2008/layout/PictureStrips"/>
    <dgm:cxn modelId="{79019F39-4631-44C7-A0C8-FA3492929BC0}" type="presParOf" srcId="{C6A254C0-71DF-46DF-AD7B-8D1B48682D24}" destId="{365CD56A-F657-4AD3-81EC-14748042F045}" srcOrd="1" destOrd="0" presId="urn:microsoft.com/office/officeart/2008/layout/PictureStrips"/>
    <dgm:cxn modelId="{5931A0B1-AAB2-49CB-88C2-C659AE25D409}" type="presParOf" srcId="{C6A254C0-71DF-46DF-AD7B-8D1B48682D24}" destId="{84044079-D800-4A45-89D8-9EA1FB6ED39A}" srcOrd="2" destOrd="0" presId="urn:microsoft.com/office/officeart/2008/layout/PictureStrips"/>
    <dgm:cxn modelId="{1AC1C5C9-A886-4EC4-8D78-86B88556068F}" type="presParOf" srcId="{84044079-D800-4A45-89D8-9EA1FB6ED39A}" destId="{FEFCB527-E324-413A-8460-EC428BA0C72A}" srcOrd="0" destOrd="0" presId="urn:microsoft.com/office/officeart/2008/layout/PictureStrips"/>
    <dgm:cxn modelId="{FEF2236E-8181-4990-8EE9-2383C0CBCA68}" type="presParOf" srcId="{84044079-D800-4A45-89D8-9EA1FB6ED39A}" destId="{B3082F60-AFD2-447A-8993-0C6880B4890B}" srcOrd="1" destOrd="0" presId="urn:microsoft.com/office/officeart/2008/layout/PictureStrips"/>
    <dgm:cxn modelId="{3DAFC8E3-7125-4C3B-8F76-9A6823F2A2FF}" type="presParOf" srcId="{C6A254C0-71DF-46DF-AD7B-8D1B48682D24}" destId="{756C9174-6494-40A7-9E6B-AC9F83ED2837}" srcOrd="3" destOrd="0" presId="urn:microsoft.com/office/officeart/2008/layout/PictureStrips"/>
    <dgm:cxn modelId="{723B9F0E-AF54-4FE6-A438-602EED39D2BC}" type="presParOf" srcId="{C6A254C0-71DF-46DF-AD7B-8D1B48682D24}" destId="{32BA3017-3208-41F4-A54E-FEDE1326FFD1}" srcOrd="4" destOrd="0" presId="urn:microsoft.com/office/officeart/2008/layout/PictureStrips"/>
    <dgm:cxn modelId="{AC864E75-1A73-44F8-8B60-CEAB408CC3C9}" type="presParOf" srcId="{32BA3017-3208-41F4-A54E-FEDE1326FFD1}" destId="{B7479667-43EA-4E6B-8EF8-C90B6C4B4E34}" srcOrd="0" destOrd="0" presId="urn:microsoft.com/office/officeart/2008/layout/PictureStrips"/>
    <dgm:cxn modelId="{25C6FA3F-4894-4192-A863-D19518D8A671}" type="presParOf" srcId="{32BA3017-3208-41F4-A54E-FEDE1326FFD1}" destId="{824B0D31-161C-4D26-89B3-C954A32B3574}" srcOrd="1" destOrd="0" presId="urn:microsoft.com/office/officeart/2008/layout/PictureStrips"/>
  </dgm:cxnLst>
  <dgm:bg>
    <a:effectLst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CBD3C-5AD5-40E5-9E40-E2BABD69F256}">
      <dsp:nvSpPr>
        <dsp:cNvPr id="0" name=""/>
        <dsp:cNvSpPr/>
      </dsp:nvSpPr>
      <dsp:spPr>
        <a:xfrm>
          <a:off x="5471" y="799135"/>
          <a:ext cx="3184831" cy="1273932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Graphik Semibold" panose="020B0703030202060203" pitchFamily="34" charset="0"/>
            </a:rPr>
            <a:t>Data Migration Setup</a:t>
          </a:r>
        </a:p>
      </dsp:txBody>
      <dsp:txXfrm>
        <a:off x="642437" y="799135"/>
        <a:ext cx="1910899" cy="1273932"/>
      </dsp:txXfrm>
    </dsp:sp>
    <dsp:sp modelId="{53BE35E8-7518-4C35-9A49-B35D4B9EF805}">
      <dsp:nvSpPr>
        <dsp:cNvPr id="0" name=""/>
        <dsp:cNvSpPr/>
      </dsp:nvSpPr>
      <dsp:spPr>
        <a:xfrm>
          <a:off x="2871819" y="799135"/>
          <a:ext cx="3184831" cy="1273932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-226958"/>
                <a:satOff val="0"/>
                <a:lumOff val="11292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-226958"/>
                <a:satOff val="0"/>
                <a:lumOff val="11292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-226958"/>
                <a:satOff val="0"/>
                <a:lumOff val="1129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Graphik Semibold" panose="020B0703030202060203" pitchFamily="34" charset="0"/>
              <a:ea typeface="+mn-ea"/>
              <a:cs typeface="+mn-cs"/>
            </a:rPr>
            <a:t>Data Pipeline</a:t>
          </a:r>
          <a:endParaRPr lang="en-US" sz="2400" kern="1200" dirty="0">
            <a:latin typeface="Graphik Semibold" panose="020B0703030202060203" pitchFamily="34" charset="0"/>
            <a:ea typeface="+mn-ea"/>
            <a:cs typeface="+mn-cs"/>
          </a:endParaRPr>
        </a:p>
      </dsp:txBody>
      <dsp:txXfrm>
        <a:off x="3508785" y="799135"/>
        <a:ext cx="1910899" cy="1273932"/>
      </dsp:txXfrm>
    </dsp:sp>
    <dsp:sp modelId="{12CD0667-3165-481B-90C9-325D1B58D0C1}">
      <dsp:nvSpPr>
        <dsp:cNvPr id="0" name=""/>
        <dsp:cNvSpPr/>
      </dsp:nvSpPr>
      <dsp:spPr>
        <a:xfrm>
          <a:off x="5738168" y="799135"/>
          <a:ext cx="3184831" cy="1273932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-453916"/>
                <a:satOff val="0"/>
                <a:lumOff val="22583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-453916"/>
                <a:satOff val="0"/>
                <a:lumOff val="22583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-453916"/>
                <a:satOff val="0"/>
                <a:lumOff val="2258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Graphik Semibold" panose="020B0703030202060203" pitchFamily="34" charset="0"/>
              <a:ea typeface="+mn-ea"/>
              <a:cs typeface="+mn-cs"/>
            </a:rPr>
            <a:t>Command-line Interface</a:t>
          </a:r>
          <a:endParaRPr lang="en-US" sz="2400" kern="1200" dirty="0">
            <a:latin typeface="Graphik Semibold" panose="020B0703030202060203" pitchFamily="34" charset="0"/>
            <a:ea typeface="+mn-ea"/>
            <a:cs typeface="+mn-cs"/>
          </a:endParaRPr>
        </a:p>
      </dsp:txBody>
      <dsp:txXfrm>
        <a:off x="6375134" y="799135"/>
        <a:ext cx="1910899" cy="1273932"/>
      </dsp:txXfrm>
    </dsp:sp>
    <dsp:sp modelId="{6B65A706-7F87-4BFE-83E6-A054A04F4E89}">
      <dsp:nvSpPr>
        <dsp:cNvPr id="0" name=""/>
        <dsp:cNvSpPr/>
      </dsp:nvSpPr>
      <dsp:spPr>
        <a:xfrm>
          <a:off x="8604517" y="799135"/>
          <a:ext cx="3184831" cy="1273932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-680874"/>
                <a:satOff val="0"/>
                <a:lumOff val="33875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-680874"/>
                <a:satOff val="0"/>
                <a:lumOff val="33875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-680874"/>
                <a:satOff val="0"/>
                <a:lumOff val="3387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Graphik Semibold" panose="020B0703030202060203" pitchFamily="34" charset="0"/>
              <a:ea typeface="+mn-ea"/>
              <a:cs typeface="+mn-cs"/>
            </a:rPr>
            <a:t>Application Workflow</a:t>
          </a:r>
        </a:p>
      </dsp:txBody>
      <dsp:txXfrm>
        <a:off x="9241483" y="799135"/>
        <a:ext cx="1910899" cy="1273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E2144-4678-4248-ABAB-90EFCCB5583C}">
      <dsp:nvSpPr>
        <dsp:cNvPr id="0" name=""/>
        <dsp:cNvSpPr/>
      </dsp:nvSpPr>
      <dsp:spPr>
        <a:xfrm>
          <a:off x="1959157" y="275078"/>
          <a:ext cx="3797859" cy="11868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88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/>
            <a:t>This project manages an </a:t>
          </a:r>
          <a:r>
            <a:rPr lang="en-US" sz="1700" b="1" kern="1200" dirty="0"/>
            <a:t>ETL Pipeline </a:t>
          </a:r>
          <a:r>
            <a:rPr lang="en-US" sz="1700" b="0" kern="1200" dirty="0"/>
            <a:t>using </a:t>
          </a:r>
          <a:r>
            <a:rPr lang="en-US" sz="1700" b="1" kern="1200" dirty="0" err="1"/>
            <a:t>PySpark</a:t>
          </a:r>
          <a:r>
            <a:rPr lang="en-US" sz="1700" b="0" kern="1200" dirty="0"/>
            <a:t> and </a:t>
          </a:r>
          <a:r>
            <a:rPr lang="en-US" sz="1700" b="1" kern="1200" dirty="0"/>
            <a:t>MySQL</a:t>
          </a:r>
          <a:r>
            <a:rPr lang="en-US" sz="1700" b="0" kern="1200" dirty="0"/>
            <a:t>.</a:t>
          </a:r>
          <a:endParaRPr lang="en-US" sz="1700" kern="1200" dirty="0"/>
        </a:p>
      </dsp:txBody>
      <dsp:txXfrm>
        <a:off x="1959157" y="275078"/>
        <a:ext cx="3797859" cy="1186831"/>
      </dsp:txXfrm>
    </dsp:sp>
    <dsp:sp modelId="{974989B6-1104-4F62-80B8-C0ECBDAFFABA}">
      <dsp:nvSpPr>
        <dsp:cNvPr id="0" name=""/>
        <dsp:cNvSpPr/>
      </dsp:nvSpPr>
      <dsp:spPr>
        <a:xfrm>
          <a:off x="1800913" y="103647"/>
          <a:ext cx="830781" cy="1246172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CB527-E324-413A-8460-EC428BA0C72A}">
      <dsp:nvSpPr>
        <dsp:cNvPr id="0" name=""/>
        <dsp:cNvSpPr/>
      </dsp:nvSpPr>
      <dsp:spPr>
        <a:xfrm>
          <a:off x="1959157" y="1769166"/>
          <a:ext cx="3797859" cy="11868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88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/>
            <a:t>The </a:t>
          </a:r>
          <a:r>
            <a:rPr lang="en-US" sz="1700" b="1" kern="1200" dirty="0"/>
            <a:t>Command Line Interface </a:t>
          </a:r>
          <a:r>
            <a:rPr lang="en-US" sz="1700" b="0" kern="1200" dirty="0"/>
            <a:t>provides </a:t>
          </a:r>
          <a:r>
            <a:rPr lang="en-US" sz="1700" b="1" kern="1200" dirty="0"/>
            <a:t>non-technical</a:t>
          </a:r>
          <a:r>
            <a:rPr lang="en-US" sz="1700" b="0" kern="1200" dirty="0"/>
            <a:t> users interaction with the database.</a:t>
          </a:r>
          <a:endParaRPr lang="en-US" sz="1700" kern="1200" dirty="0"/>
        </a:p>
      </dsp:txBody>
      <dsp:txXfrm>
        <a:off x="1959157" y="1769166"/>
        <a:ext cx="3797859" cy="1186831"/>
      </dsp:txXfrm>
    </dsp:sp>
    <dsp:sp modelId="{B3082F60-AFD2-447A-8993-0C6880B4890B}">
      <dsp:nvSpPr>
        <dsp:cNvPr id="0" name=""/>
        <dsp:cNvSpPr/>
      </dsp:nvSpPr>
      <dsp:spPr>
        <a:xfrm>
          <a:off x="1800913" y="1597735"/>
          <a:ext cx="830781" cy="1246172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479667-43EA-4E6B-8EF8-C90B6C4B4E34}">
      <dsp:nvSpPr>
        <dsp:cNvPr id="0" name=""/>
        <dsp:cNvSpPr/>
      </dsp:nvSpPr>
      <dsp:spPr>
        <a:xfrm>
          <a:off x="1959157" y="3263255"/>
          <a:ext cx="3797859" cy="118683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88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Tableau</a:t>
          </a:r>
          <a:r>
            <a:rPr lang="en-US" sz="1700" b="0" kern="1200" dirty="0"/>
            <a:t> is used for </a:t>
          </a:r>
          <a:r>
            <a:rPr lang="en-US" sz="1700" b="1" kern="1200" dirty="0"/>
            <a:t>Data Analysis and Visualization </a:t>
          </a:r>
          <a:r>
            <a:rPr lang="en-US" sz="1700" b="0" kern="1200" dirty="0"/>
            <a:t>to </a:t>
          </a:r>
          <a:r>
            <a:rPr lang="en-US" sz="1700" b="1" kern="1200" dirty="0"/>
            <a:t>tell a story </a:t>
          </a:r>
          <a:r>
            <a:rPr lang="en-US" sz="1700" b="0" kern="1200" dirty="0"/>
            <a:t>with the data.</a:t>
          </a:r>
          <a:endParaRPr lang="en-US" sz="1700" kern="1200" dirty="0"/>
        </a:p>
      </dsp:txBody>
      <dsp:txXfrm>
        <a:off x="1959157" y="3263255"/>
        <a:ext cx="3797859" cy="1186831"/>
      </dsp:txXfrm>
    </dsp:sp>
    <dsp:sp modelId="{824B0D31-161C-4D26-89B3-C954A32B3574}">
      <dsp:nvSpPr>
        <dsp:cNvPr id="0" name=""/>
        <dsp:cNvSpPr/>
      </dsp:nvSpPr>
      <dsp:spPr>
        <a:xfrm>
          <a:off x="1800913" y="3091824"/>
          <a:ext cx="830781" cy="1246172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4:13:27.8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24552,'11'7'0,"19"-7"0,-41-7 0,-19 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4:13:40.3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27 24575,'218'-6'0,"-202"4"0,-13 1 0,-1 0 0,1 1 0,0-1 0,0 1 0,0 0 0,-1-1 0,1 1 0,0 1 0,0-1 0,0 0 0,0 1 0,-1-1 0,1 1 0,0 0 0,-1 0 0,1 0 0,4 2 0,-7-2 0,-1-1 0,1 1 0,0 0 0,0-1 0,-1 1 0,1-1 0,0 1 0,0-1 0,-1 1 0,1-1 0,-1 1 0,1-1 0,0 0 0,-1 1 0,1-1 0,-1 1 0,1-1 0,-1 0 0,0 1 0,1-1 0,-1 0 0,1 0 0,-1 0 0,1 1 0,-1-1 0,0 0 0,1 0 0,-1 0 0,1 0 0,-1 0 0,0 0 0,1 0 0,-1 0 0,1 0 0,-1 0 0,0 0 0,0-1 0,-33 1 0,31 0 0,-27 0 0,51 0 0,18-1 0,-23-1 0,0 2 0,1 0 0,17 3 0,-18 3 0,-32-1 0,-30-3 0,21-2 0,1-1 0,0-1 0,0-1 0,0-1 0,-31-10 0,21-2 0,34 16 0,0 0 0,0 0 0,0 0 0,0 0 0,0 0 0,0 0 0,0 0 0,-1 0 0,1 0 0,0 0 0,0 0 0,0 0 0,0-1 0,0 1 0,0 0 0,0 0 0,0 0 0,0 0 0,0 0 0,0 0 0,0 0 0,0 0 0,0-1 0,-1 1 0,1 0 0,0 0 0,0 0 0,0 0 0,0 0 0,0 0 0,0-1 0,0 1 0,0 0 0,1 0 0,-1 0 0,0 0 0,0 0 0,0 0 0,0 0 0,0-1 0,0 1 0,0 0 0,0 0 0,0 0 0,0 0 0,0 0 0,0 0 0,0 0 0,0 0 0,1 0 0,-1 0 0,0-1 0,0 1 0,0 0 0,0 0 0,0 0 0,0 0 0,0 0 0,0 0 0,1 0 0,-1 0 0,21-2 0,230 3-1365,-258-1-5461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4:13:48.0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1 24575,'161'7'0,"-127"-4"0,-33-1 0,-20-1 0,-103-1 0,71 0 0,39 0 0,13 0 0,35-2 0,-26 1 0,0 0 0,1 1 0,-1 0 0,0 0 0,20 4 0,-77 3 0,-11-7 0,54 0 0,34 0 0,-48 0-80,20 0 280,27 0-1685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4:13:58.1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0 24575,'-167'7'-1365,"160"-7"-5461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4:14:07.1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24575,'145'0'-1365,"-139"0"-5461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09B56-B64F-48D4-986A-D7BA322A6C27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8A450-44F2-44CF-978D-128E91F9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1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786C7-3678-C6BB-2731-EA4627B6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7D275-4EAB-419D-B877-8ACB6F536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22279-E112-D4D4-679D-22CD0C677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2:00</a:t>
            </a:r>
          </a:p>
          <a:p>
            <a:r>
              <a:rPr lang="en-US" err="1"/>
              <a:t>Vscode</a:t>
            </a:r>
            <a:r>
              <a:rPr lang="en-US"/>
              <a:t> should be on the main screen</a:t>
            </a:r>
          </a:p>
          <a:p>
            <a:endParaRPr lang="en-US"/>
          </a:p>
          <a:p>
            <a:r>
              <a:rPr lang="en-US"/>
              <a:t>Role, Company</a:t>
            </a:r>
          </a:p>
          <a:p>
            <a:r>
              <a:rPr lang="en-US"/>
              <a:t>Background (childhood, Software Engineer, DSA)</a:t>
            </a:r>
          </a:p>
          <a:p>
            <a:r>
              <a:rPr lang="en-US"/>
              <a:t>Current (Learning)</a:t>
            </a:r>
          </a:p>
          <a:p>
            <a:r>
              <a:rPr lang="en-US"/>
              <a:t>Future (Courses, Certifications, Learning as much as I can)</a:t>
            </a:r>
          </a:p>
          <a:p>
            <a:endParaRPr lang="en-US"/>
          </a:p>
          <a:p>
            <a:r>
              <a:rPr lang="en-US"/>
              <a:t>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8454C-233A-C33A-EAE8-119A94723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08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your speech tempo and affliction</a:t>
            </a:r>
          </a:p>
          <a:p>
            <a:endParaRPr lang="en-US" dirty="0"/>
          </a:p>
          <a:p>
            <a:r>
              <a:rPr lang="en-US" dirty="0"/>
              <a:t>A FINANCIAL SERVICES CLIENT</a:t>
            </a:r>
          </a:p>
          <a:p>
            <a:r>
              <a:rPr lang="en-US" dirty="0"/>
              <a:t>Client Need</a:t>
            </a:r>
          </a:p>
          <a:p>
            <a:r>
              <a:rPr lang="en-US" dirty="0"/>
              <a:t>Problems</a:t>
            </a:r>
          </a:p>
          <a:p>
            <a:r>
              <a:rPr lang="en-US" dirty="0"/>
              <a:t>Non-visual (Need to support a claim)</a:t>
            </a:r>
          </a:p>
          <a:p>
            <a:endParaRPr lang="en-US" dirty="0"/>
          </a:p>
          <a:p>
            <a:r>
              <a:rPr lang="en-US" dirty="0"/>
              <a:t>Lead into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19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Salesman: “Increase advertisement for education around august”</a:t>
            </a:r>
            <a:br>
              <a:rPr lang="en-US"/>
            </a:br>
            <a:r>
              <a:rPr lang="en-US"/>
              <a:t>Brief, save time for Q&amp;A</a:t>
            </a:r>
          </a:p>
          <a:p>
            <a:br>
              <a:rPr lang="en-US"/>
            </a:br>
            <a:r>
              <a:rPr lang="en-US"/>
              <a:t>Tableau Public Viz Link:</a:t>
            </a:r>
          </a:p>
          <a:p>
            <a:r>
              <a:rPr lang="en-US"/>
              <a:t>https://public.tableau.com/views/CustomerDataDashboard_17484417707510/CustomerDataDashboard?:language=en-US&amp;:sid=&amp;:redirect=auth&amp;:display_count=n&amp;:origin=viz_share_link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91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4:00</a:t>
            </a:r>
          </a:p>
          <a:p>
            <a:r>
              <a:rPr lang="en-US"/>
              <a:t>Very brief</a:t>
            </a:r>
          </a:p>
          <a:p>
            <a:endParaRPr lang="en-US"/>
          </a:p>
          <a:p>
            <a:r>
              <a:rPr lang="en-US"/>
              <a:t>Store data</a:t>
            </a:r>
          </a:p>
          <a:p>
            <a:r>
              <a:rPr lang="en-US"/>
              <a:t>Process Data</a:t>
            </a:r>
          </a:p>
          <a:p>
            <a:r>
              <a:rPr lang="en-US"/>
              <a:t>Application (Management)</a:t>
            </a:r>
          </a:p>
          <a:p>
            <a:r>
              <a:rPr lang="en-US"/>
              <a:t>Analysis &amp; Visualization</a:t>
            </a:r>
          </a:p>
          <a:p>
            <a:endParaRPr lang="en-US"/>
          </a:p>
          <a:p>
            <a:r>
              <a:rPr lang="en-US"/>
              <a:t>How these tools interact (workflow)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56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Client purpose (Modularity)</a:t>
            </a:r>
          </a:p>
          <a:p>
            <a:r>
              <a:rPr lang="en-US"/>
              <a:t>- Cybersecurity &amp; Cloud</a:t>
            </a:r>
          </a:p>
          <a:p>
            <a:r>
              <a:rPr lang="en-US"/>
              <a:t>ETL Pipeline</a:t>
            </a:r>
          </a:p>
          <a:p>
            <a:r>
              <a:rPr lang="en-US"/>
              <a:t>Problem –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84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Python CLI</a:t>
            </a:r>
          </a:p>
          <a:p>
            <a:r>
              <a:rPr lang="en-US"/>
              <a:t>CLI -&gt; Database through Data Client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Problem -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81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5:00</a:t>
            </a:r>
          </a:p>
          <a:p>
            <a:r>
              <a:rPr lang="en-US"/>
              <a:t>Showed the overview, now the steps to get there</a:t>
            </a:r>
          </a:p>
          <a:p>
            <a:r>
              <a:rPr lang="en-US"/>
              <a:t>Quick and Brief</a:t>
            </a:r>
          </a:p>
          <a:p>
            <a:endParaRPr lang="en-US"/>
          </a:p>
          <a:p>
            <a:r>
              <a:rPr lang="en-US"/>
              <a:t>Create Database</a:t>
            </a:r>
          </a:p>
          <a:p>
            <a:r>
              <a:rPr lang="en-US"/>
              <a:t>Database Connection and Interaction</a:t>
            </a:r>
          </a:p>
          <a:p>
            <a:r>
              <a:rPr lang="en-US"/>
              <a:t>User-friendly for non-technical</a:t>
            </a:r>
          </a:p>
          <a:p>
            <a:r>
              <a:rPr lang="en-US"/>
              <a:t>Full Application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43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EE92-1869-FD20-7529-9FE3B3D9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496B7-DA72-2614-6B95-096AEEEBA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A52CA-C562-B29E-6FD5-FEEBADDDA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6:00</a:t>
            </a:r>
          </a:p>
          <a:p>
            <a:r>
              <a:rPr lang="en-US"/>
              <a:t>Tell them</a:t>
            </a:r>
          </a:p>
          <a:p>
            <a:r>
              <a:rPr lang="en-US"/>
              <a:t>Control speech tempo and dynamics</a:t>
            </a:r>
          </a:p>
          <a:p>
            <a:endParaRPr lang="en-US"/>
          </a:p>
          <a:p>
            <a:r>
              <a:rPr lang="en-US"/>
              <a:t>Raw Data</a:t>
            </a:r>
          </a:p>
          <a:p>
            <a:r>
              <a:rPr lang="en-US"/>
              <a:t>Database – Sike, create the database</a:t>
            </a:r>
          </a:p>
          <a:p>
            <a:endParaRPr lang="en-US"/>
          </a:p>
          <a:p>
            <a:r>
              <a:rPr lang="en-US"/>
              <a:t>How to get from point A to point 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5E6EF-E5C2-DB98-F44A-CA81FF677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36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13E6-62C6-FE96-DF4F-F3EE53FC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CD419-75F0-AEB2-CA95-D64E2B8A9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8ABC6-67D2-5A1D-C831-A20846E13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7:00</a:t>
            </a:r>
          </a:p>
          <a:p>
            <a:r>
              <a:rPr lang="en-US"/>
              <a:t>Utility – Component interaction</a:t>
            </a:r>
          </a:p>
          <a:p>
            <a:endParaRPr lang="en-US"/>
          </a:p>
          <a:p>
            <a:r>
              <a:rPr lang="en-US"/>
              <a:t>Database connection (error handling)</a:t>
            </a:r>
          </a:p>
          <a:p>
            <a:r>
              <a:rPr lang="en-US"/>
              <a:t>Data Client uses </a:t>
            </a:r>
            <a:r>
              <a:rPr lang="en-US" err="1"/>
              <a:t>sql</a:t>
            </a:r>
            <a:r>
              <a:rPr lang="en-US"/>
              <a:t> for pipeline</a:t>
            </a:r>
          </a:p>
          <a:p>
            <a:endParaRPr lang="en-US"/>
          </a:p>
          <a:p>
            <a:r>
              <a:rPr lang="en-US"/>
              <a:t>Data is moved, how to access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AFABA-538D-555D-2AF3-FC3B12280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21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E70B-A054-A793-71D1-A179948C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BC044-D642-0F65-D733-E7CBAD420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0F97F-46B1-C8F9-D98B-E49508B65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8:00</a:t>
            </a:r>
          </a:p>
          <a:p>
            <a:r>
              <a:rPr lang="en-US"/>
              <a:t>Build a CLI (menu), not without menu components</a:t>
            </a:r>
          </a:p>
          <a:p>
            <a:r>
              <a:rPr lang="en-US"/>
              <a:t>Use the menu components to make a menu</a:t>
            </a:r>
          </a:p>
          <a:p>
            <a:endParaRPr lang="en-US"/>
          </a:p>
          <a:p>
            <a:r>
              <a:rPr lang="en-US"/>
              <a:t>All components made, how to manage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A8EBF-C1A8-CCAF-707E-0E8F19473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26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9:00</a:t>
            </a:r>
          </a:p>
          <a:p>
            <a:r>
              <a:rPr lang="en-US" dirty="0"/>
              <a:t>Modularity = Brief Application</a:t>
            </a:r>
          </a:p>
          <a:p>
            <a:r>
              <a:rPr lang="en-US" dirty="0"/>
              <a:t>Application Workflow (In Order)</a:t>
            </a:r>
          </a:p>
          <a:p>
            <a:endParaRPr lang="en-US" dirty="0"/>
          </a:p>
          <a:p>
            <a:r>
              <a:rPr lang="en-US" dirty="0"/>
              <a:t>Lead How was this organized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7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10:00</a:t>
            </a:r>
          </a:p>
          <a:p>
            <a:r>
              <a:rPr lang="en-US"/>
              <a:t>Showed functionality, how did I organize it</a:t>
            </a:r>
          </a:p>
          <a:p>
            <a:endParaRPr lang="en-US"/>
          </a:p>
          <a:p>
            <a:r>
              <a:rPr lang="en-US"/>
              <a:t>Very brief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Save time for conclusion and Q&amp;A</a:t>
            </a:r>
          </a:p>
          <a:p>
            <a:endParaRPr lang="en-US"/>
          </a:p>
          <a:p>
            <a:r>
              <a:rPr lang="en-US"/>
              <a:t>First two problems solved, lastly visualization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66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AE889-370C-6BC8-E262-FB3DE4E0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2C639-C87B-53D1-FFB6-09A040A00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A54C3-E764-6E14-C39A-BB4A3CFA8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2:00</a:t>
            </a:r>
          </a:p>
          <a:p>
            <a:r>
              <a:rPr lang="en-US" err="1"/>
              <a:t>Vscode</a:t>
            </a:r>
            <a:r>
              <a:rPr lang="en-US"/>
              <a:t> should be on the main screen</a:t>
            </a:r>
          </a:p>
          <a:p>
            <a:endParaRPr lang="en-US"/>
          </a:p>
          <a:p>
            <a:r>
              <a:rPr lang="en-US"/>
              <a:t>Role, Company</a:t>
            </a:r>
          </a:p>
          <a:p>
            <a:r>
              <a:rPr lang="en-US"/>
              <a:t>Background (childhood, Software Engineer, DSA)</a:t>
            </a:r>
          </a:p>
          <a:p>
            <a:r>
              <a:rPr lang="en-US"/>
              <a:t>Current (Learning)</a:t>
            </a:r>
          </a:p>
          <a:p>
            <a:r>
              <a:rPr lang="en-US"/>
              <a:t>Future (Courses, Certifications, Learning as much as I can)</a:t>
            </a:r>
          </a:p>
          <a:p>
            <a:endParaRPr lang="en-US"/>
          </a:p>
          <a:p>
            <a:r>
              <a:rPr lang="en-US"/>
              <a:t>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F1F98-7ED8-462E-321F-45EED3CEC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6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85751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982198" y="858205"/>
            <a:ext cx="1314703" cy="202544"/>
          </a:xfrm>
          <a:custGeom>
            <a:avLst/>
            <a:gdLst/>
            <a:ahLst/>
            <a:cxnLst/>
            <a:rect l="l" t="t" r="r" b="b"/>
            <a:pathLst>
              <a:path w="2167890" h="334010">
                <a:moveTo>
                  <a:pt x="219049" y="159334"/>
                </a:moveTo>
                <a:lnTo>
                  <a:pt x="211670" y="121297"/>
                </a:lnTo>
                <a:lnTo>
                  <a:pt x="211239" y="119049"/>
                </a:lnTo>
                <a:lnTo>
                  <a:pt x="189522" y="91414"/>
                </a:lnTo>
                <a:lnTo>
                  <a:pt x="189395" y="91414"/>
                </a:lnTo>
                <a:lnTo>
                  <a:pt x="156845" y="75730"/>
                </a:lnTo>
                <a:lnTo>
                  <a:pt x="115697" y="70700"/>
                </a:lnTo>
                <a:lnTo>
                  <a:pt x="75501" y="75730"/>
                </a:lnTo>
                <a:lnTo>
                  <a:pt x="74764" y="75730"/>
                </a:lnTo>
                <a:lnTo>
                  <a:pt x="41262" y="91414"/>
                </a:lnTo>
                <a:lnTo>
                  <a:pt x="18262" y="117462"/>
                </a:lnTo>
                <a:lnTo>
                  <a:pt x="7747" y="154101"/>
                </a:lnTo>
                <a:lnTo>
                  <a:pt x="74650" y="154101"/>
                </a:lnTo>
                <a:lnTo>
                  <a:pt x="78054" y="140855"/>
                </a:lnTo>
                <a:lnTo>
                  <a:pt x="85458" y="130479"/>
                </a:lnTo>
                <a:lnTo>
                  <a:pt x="96875" y="123723"/>
                </a:lnTo>
                <a:lnTo>
                  <a:pt x="112344" y="121297"/>
                </a:lnTo>
                <a:lnTo>
                  <a:pt x="128981" y="124104"/>
                </a:lnTo>
                <a:lnTo>
                  <a:pt x="140436" y="132130"/>
                </a:lnTo>
                <a:lnTo>
                  <a:pt x="147066" y="144856"/>
                </a:lnTo>
                <a:lnTo>
                  <a:pt x="149212" y="161747"/>
                </a:lnTo>
                <a:lnTo>
                  <a:pt x="149212" y="173786"/>
                </a:lnTo>
                <a:lnTo>
                  <a:pt x="149212" y="220256"/>
                </a:lnTo>
                <a:lnTo>
                  <a:pt x="149212" y="244360"/>
                </a:lnTo>
                <a:lnTo>
                  <a:pt x="145338" y="261797"/>
                </a:lnTo>
                <a:lnTo>
                  <a:pt x="135077" y="274320"/>
                </a:lnTo>
                <a:lnTo>
                  <a:pt x="120408" y="281863"/>
                </a:lnTo>
                <a:lnTo>
                  <a:pt x="103339" y="284391"/>
                </a:lnTo>
                <a:lnTo>
                  <a:pt x="88087" y="282244"/>
                </a:lnTo>
                <a:lnTo>
                  <a:pt x="77495" y="276199"/>
                </a:lnTo>
                <a:lnTo>
                  <a:pt x="71323" y="266890"/>
                </a:lnTo>
                <a:lnTo>
                  <a:pt x="69316" y="254939"/>
                </a:lnTo>
                <a:lnTo>
                  <a:pt x="69316" y="252526"/>
                </a:lnTo>
                <a:lnTo>
                  <a:pt x="72618" y="237934"/>
                </a:lnTo>
                <a:lnTo>
                  <a:pt x="82461" y="227901"/>
                </a:lnTo>
                <a:lnTo>
                  <a:pt x="98729" y="222110"/>
                </a:lnTo>
                <a:lnTo>
                  <a:pt x="121348" y="220256"/>
                </a:lnTo>
                <a:lnTo>
                  <a:pt x="149212" y="220256"/>
                </a:lnTo>
                <a:lnTo>
                  <a:pt x="149212" y="173786"/>
                </a:lnTo>
                <a:lnTo>
                  <a:pt x="118110" y="173786"/>
                </a:lnTo>
                <a:lnTo>
                  <a:pt x="72402" y="177939"/>
                </a:lnTo>
                <a:lnTo>
                  <a:pt x="34823" y="191731"/>
                </a:lnTo>
                <a:lnTo>
                  <a:pt x="9372" y="217170"/>
                </a:lnTo>
                <a:lnTo>
                  <a:pt x="0" y="256273"/>
                </a:lnTo>
                <a:lnTo>
                  <a:pt x="0" y="259219"/>
                </a:lnTo>
                <a:lnTo>
                  <a:pt x="6527" y="292341"/>
                </a:lnTo>
                <a:lnTo>
                  <a:pt x="24244" y="315442"/>
                </a:lnTo>
                <a:lnTo>
                  <a:pt x="50393" y="328980"/>
                </a:lnTo>
                <a:lnTo>
                  <a:pt x="82194" y="333400"/>
                </a:lnTo>
                <a:lnTo>
                  <a:pt x="105333" y="330619"/>
                </a:lnTo>
                <a:lnTo>
                  <a:pt x="124485" y="323138"/>
                </a:lnTo>
                <a:lnTo>
                  <a:pt x="139611" y="312216"/>
                </a:lnTo>
                <a:lnTo>
                  <a:pt x="150672" y="299123"/>
                </a:lnTo>
                <a:lnTo>
                  <a:pt x="150672" y="328053"/>
                </a:lnTo>
                <a:lnTo>
                  <a:pt x="219049" y="328053"/>
                </a:lnTo>
                <a:lnTo>
                  <a:pt x="219049" y="299123"/>
                </a:lnTo>
                <a:lnTo>
                  <a:pt x="219049" y="284391"/>
                </a:lnTo>
                <a:lnTo>
                  <a:pt x="219049" y="220256"/>
                </a:lnTo>
                <a:lnTo>
                  <a:pt x="219049" y="159334"/>
                </a:lnTo>
                <a:close/>
              </a:path>
              <a:path w="2167890" h="334010">
                <a:moveTo>
                  <a:pt x="488569" y="235254"/>
                </a:moveTo>
                <a:lnTo>
                  <a:pt x="424903" y="235254"/>
                </a:lnTo>
                <a:lnTo>
                  <a:pt x="419544" y="253911"/>
                </a:lnTo>
                <a:lnTo>
                  <a:pt x="409727" y="268173"/>
                </a:lnTo>
                <a:lnTo>
                  <a:pt x="396138" y="277304"/>
                </a:lnTo>
                <a:lnTo>
                  <a:pt x="379463" y="280517"/>
                </a:lnTo>
                <a:lnTo>
                  <a:pt x="357809" y="276110"/>
                </a:lnTo>
                <a:lnTo>
                  <a:pt x="341909" y="262597"/>
                </a:lnTo>
                <a:lnTo>
                  <a:pt x="332117" y="239496"/>
                </a:lnTo>
                <a:lnTo>
                  <a:pt x="328777" y="206336"/>
                </a:lnTo>
                <a:lnTo>
                  <a:pt x="328777" y="198564"/>
                </a:lnTo>
                <a:lnTo>
                  <a:pt x="332447" y="166166"/>
                </a:lnTo>
                <a:lnTo>
                  <a:pt x="342747" y="143319"/>
                </a:lnTo>
                <a:lnTo>
                  <a:pt x="358597" y="129781"/>
                </a:lnTo>
                <a:lnTo>
                  <a:pt x="378942" y="125323"/>
                </a:lnTo>
                <a:lnTo>
                  <a:pt x="395109" y="128193"/>
                </a:lnTo>
                <a:lnTo>
                  <a:pt x="407136" y="136359"/>
                </a:lnTo>
                <a:lnTo>
                  <a:pt x="415340" y="149110"/>
                </a:lnTo>
                <a:lnTo>
                  <a:pt x="420090" y="165760"/>
                </a:lnTo>
                <a:lnTo>
                  <a:pt x="487108" y="165760"/>
                </a:lnTo>
                <a:lnTo>
                  <a:pt x="476161" y="125323"/>
                </a:lnTo>
                <a:lnTo>
                  <a:pt x="451497" y="93535"/>
                </a:lnTo>
                <a:lnTo>
                  <a:pt x="377571" y="70827"/>
                </a:lnTo>
                <a:lnTo>
                  <a:pt x="330835" y="79222"/>
                </a:lnTo>
                <a:lnTo>
                  <a:pt x="292735" y="104114"/>
                </a:lnTo>
                <a:lnTo>
                  <a:pt x="267081" y="144995"/>
                </a:lnTo>
                <a:lnTo>
                  <a:pt x="257683" y="201371"/>
                </a:lnTo>
                <a:lnTo>
                  <a:pt x="257683" y="204724"/>
                </a:lnTo>
                <a:lnTo>
                  <a:pt x="266611" y="260819"/>
                </a:lnTo>
                <a:lnTo>
                  <a:pt x="291439" y="301053"/>
                </a:lnTo>
                <a:lnTo>
                  <a:pt x="329285" y="325285"/>
                </a:lnTo>
                <a:lnTo>
                  <a:pt x="376694" y="333400"/>
                </a:lnTo>
                <a:lnTo>
                  <a:pt x="377901" y="333400"/>
                </a:lnTo>
                <a:lnTo>
                  <a:pt x="422465" y="326237"/>
                </a:lnTo>
                <a:lnTo>
                  <a:pt x="456488" y="305892"/>
                </a:lnTo>
                <a:lnTo>
                  <a:pt x="478663" y="274789"/>
                </a:lnTo>
                <a:lnTo>
                  <a:pt x="488569" y="235254"/>
                </a:lnTo>
                <a:close/>
              </a:path>
              <a:path w="2167890" h="334010">
                <a:moveTo>
                  <a:pt x="748766" y="235254"/>
                </a:moveTo>
                <a:lnTo>
                  <a:pt x="685101" y="235254"/>
                </a:lnTo>
                <a:lnTo>
                  <a:pt x="679742" y="253911"/>
                </a:lnTo>
                <a:lnTo>
                  <a:pt x="669925" y="268173"/>
                </a:lnTo>
                <a:lnTo>
                  <a:pt x="656336" y="277304"/>
                </a:lnTo>
                <a:lnTo>
                  <a:pt x="639660" y="280517"/>
                </a:lnTo>
                <a:lnTo>
                  <a:pt x="618007" y="276110"/>
                </a:lnTo>
                <a:lnTo>
                  <a:pt x="602107" y="262597"/>
                </a:lnTo>
                <a:lnTo>
                  <a:pt x="592328" y="239496"/>
                </a:lnTo>
                <a:lnTo>
                  <a:pt x="588987" y="206336"/>
                </a:lnTo>
                <a:lnTo>
                  <a:pt x="588987" y="198564"/>
                </a:lnTo>
                <a:lnTo>
                  <a:pt x="592658" y="166166"/>
                </a:lnTo>
                <a:lnTo>
                  <a:pt x="602945" y="143319"/>
                </a:lnTo>
                <a:lnTo>
                  <a:pt x="618807" y="129781"/>
                </a:lnTo>
                <a:lnTo>
                  <a:pt x="639140" y="125323"/>
                </a:lnTo>
                <a:lnTo>
                  <a:pt x="655320" y="128193"/>
                </a:lnTo>
                <a:lnTo>
                  <a:pt x="667334" y="136359"/>
                </a:lnTo>
                <a:lnTo>
                  <a:pt x="675538" y="149110"/>
                </a:lnTo>
                <a:lnTo>
                  <a:pt x="680288" y="165760"/>
                </a:lnTo>
                <a:lnTo>
                  <a:pt x="747306" y="165760"/>
                </a:lnTo>
                <a:lnTo>
                  <a:pt x="736358" y="125323"/>
                </a:lnTo>
                <a:lnTo>
                  <a:pt x="735761" y="123075"/>
                </a:lnTo>
                <a:lnTo>
                  <a:pt x="711720" y="93535"/>
                </a:lnTo>
                <a:lnTo>
                  <a:pt x="678116" y="76377"/>
                </a:lnTo>
                <a:lnTo>
                  <a:pt x="637882" y="70827"/>
                </a:lnTo>
                <a:lnTo>
                  <a:pt x="591083" y="79222"/>
                </a:lnTo>
                <a:lnTo>
                  <a:pt x="552945" y="104114"/>
                </a:lnTo>
                <a:lnTo>
                  <a:pt x="527291" y="144995"/>
                </a:lnTo>
                <a:lnTo>
                  <a:pt x="517880" y="201371"/>
                </a:lnTo>
                <a:lnTo>
                  <a:pt x="517880" y="204724"/>
                </a:lnTo>
                <a:lnTo>
                  <a:pt x="526821" y="260819"/>
                </a:lnTo>
                <a:lnTo>
                  <a:pt x="551675" y="301053"/>
                </a:lnTo>
                <a:lnTo>
                  <a:pt x="589534" y="325285"/>
                </a:lnTo>
                <a:lnTo>
                  <a:pt x="636892" y="333400"/>
                </a:lnTo>
                <a:lnTo>
                  <a:pt x="638098" y="333400"/>
                </a:lnTo>
                <a:lnTo>
                  <a:pt x="682675" y="326237"/>
                </a:lnTo>
                <a:lnTo>
                  <a:pt x="716686" y="305892"/>
                </a:lnTo>
                <a:lnTo>
                  <a:pt x="734783" y="280517"/>
                </a:lnTo>
                <a:lnTo>
                  <a:pt x="738873" y="274789"/>
                </a:lnTo>
                <a:lnTo>
                  <a:pt x="748766" y="235254"/>
                </a:lnTo>
                <a:close/>
              </a:path>
              <a:path w="2167890" h="334010">
                <a:moveTo>
                  <a:pt x="1011174" y="189331"/>
                </a:moveTo>
                <a:lnTo>
                  <a:pt x="1008392" y="172986"/>
                </a:lnTo>
                <a:lnTo>
                  <a:pt x="1002068" y="135674"/>
                </a:lnTo>
                <a:lnTo>
                  <a:pt x="991527" y="119964"/>
                </a:lnTo>
                <a:lnTo>
                  <a:pt x="977379" y="98844"/>
                </a:lnTo>
                <a:lnTo>
                  <a:pt x="943419" y="79032"/>
                </a:lnTo>
                <a:lnTo>
                  <a:pt x="943419" y="172986"/>
                </a:lnTo>
                <a:lnTo>
                  <a:pt x="849706" y="172986"/>
                </a:lnTo>
                <a:lnTo>
                  <a:pt x="856462" y="147421"/>
                </a:lnTo>
                <a:lnTo>
                  <a:pt x="867473" y="131114"/>
                </a:lnTo>
                <a:lnTo>
                  <a:pt x="881557" y="122491"/>
                </a:lnTo>
                <a:lnTo>
                  <a:pt x="897559" y="119964"/>
                </a:lnTo>
                <a:lnTo>
                  <a:pt x="916228" y="123037"/>
                </a:lnTo>
                <a:lnTo>
                  <a:pt x="930351" y="132562"/>
                </a:lnTo>
                <a:lnTo>
                  <a:pt x="939546" y="149059"/>
                </a:lnTo>
                <a:lnTo>
                  <a:pt x="943419" y="172986"/>
                </a:lnTo>
                <a:lnTo>
                  <a:pt x="943419" y="79032"/>
                </a:lnTo>
                <a:lnTo>
                  <a:pt x="941019" y="77622"/>
                </a:lnTo>
                <a:lnTo>
                  <a:pt x="896937" y="70827"/>
                </a:lnTo>
                <a:lnTo>
                  <a:pt x="850125" y="79362"/>
                </a:lnTo>
                <a:lnTo>
                  <a:pt x="812368" y="104470"/>
                </a:lnTo>
                <a:lnTo>
                  <a:pt x="787158" y="145389"/>
                </a:lnTo>
                <a:lnTo>
                  <a:pt x="777989" y="201371"/>
                </a:lnTo>
                <a:lnTo>
                  <a:pt x="777989" y="206197"/>
                </a:lnTo>
                <a:lnTo>
                  <a:pt x="786790" y="261442"/>
                </a:lnTo>
                <a:lnTo>
                  <a:pt x="811568" y="301231"/>
                </a:lnTo>
                <a:lnTo>
                  <a:pt x="849896" y="325310"/>
                </a:lnTo>
                <a:lnTo>
                  <a:pt x="899337" y="333400"/>
                </a:lnTo>
                <a:lnTo>
                  <a:pt x="943394" y="327012"/>
                </a:lnTo>
                <a:lnTo>
                  <a:pt x="976972" y="309359"/>
                </a:lnTo>
                <a:lnTo>
                  <a:pt x="999693" y="282790"/>
                </a:lnTo>
                <a:lnTo>
                  <a:pt x="999832" y="282384"/>
                </a:lnTo>
                <a:lnTo>
                  <a:pt x="1011174" y="249580"/>
                </a:lnTo>
                <a:lnTo>
                  <a:pt x="946670" y="249580"/>
                </a:lnTo>
                <a:lnTo>
                  <a:pt x="941222" y="262445"/>
                </a:lnTo>
                <a:lnTo>
                  <a:pt x="931926" y="272859"/>
                </a:lnTo>
                <a:lnTo>
                  <a:pt x="918514" y="279844"/>
                </a:lnTo>
                <a:lnTo>
                  <a:pt x="900696" y="282384"/>
                </a:lnTo>
                <a:lnTo>
                  <a:pt x="880300" y="278955"/>
                </a:lnTo>
                <a:lnTo>
                  <a:pt x="864514" y="268020"/>
                </a:lnTo>
                <a:lnTo>
                  <a:pt x="853808" y="248602"/>
                </a:lnTo>
                <a:lnTo>
                  <a:pt x="848664" y="219722"/>
                </a:lnTo>
                <a:lnTo>
                  <a:pt x="1011174" y="219722"/>
                </a:lnTo>
                <a:lnTo>
                  <a:pt x="1011174" y="189331"/>
                </a:lnTo>
                <a:close/>
              </a:path>
              <a:path w="2167890" h="334010">
                <a:moveTo>
                  <a:pt x="1275245" y="159473"/>
                </a:moveTo>
                <a:lnTo>
                  <a:pt x="1269822" y="119799"/>
                </a:lnTo>
                <a:lnTo>
                  <a:pt x="1230503" y="76047"/>
                </a:lnTo>
                <a:lnTo>
                  <a:pt x="1199642" y="70827"/>
                </a:lnTo>
                <a:lnTo>
                  <a:pt x="1173480" y="74206"/>
                </a:lnTo>
                <a:lnTo>
                  <a:pt x="1152232" y="83413"/>
                </a:lnTo>
                <a:lnTo>
                  <a:pt x="1135824" y="97040"/>
                </a:lnTo>
                <a:lnTo>
                  <a:pt x="1124153" y="113665"/>
                </a:lnTo>
                <a:lnTo>
                  <a:pt x="1124153" y="76047"/>
                </a:lnTo>
                <a:lnTo>
                  <a:pt x="1054417" y="76047"/>
                </a:lnTo>
                <a:lnTo>
                  <a:pt x="1054417" y="328053"/>
                </a:lnTo>
                <a:lnTo>
                  <a:pt x="1124153" y="328053"/>
                </a:lnTo>
                <a:lnTo>
                  <a:pt x="1124153" y="174332"/>
                </a:lnTo>
                <a:lnTo>
                  <a:pt x="1127442" y="153644"/>
                </a:lnTo>
                <a:lnTo>
                  <a:pt x="1136599" y="139065"/>
                </a:lnTo>
                <a:lnTo>
                  <a:pt x="1150518" y="130441"/>
                </a:lnTo>
                <a:lnTo>
                  <a:pt x="1168133" y="127596"/>
                </a:lnTo>
                <a:lnTo>
                  <a:pt x="1184643" y="130086"/>
                </a:lnTo>
                <a:lnTo>
                  <a:pt x="1196263" y="137769"/>
                </a:lnTo>
                <a:lnTo>
                  <a:pt x="1203147" y="150990"/>
                </a:lnTo>
                <a:lnTo>
                  <a:pt x="1205407" y="170040"/>
                </a:lnTo>
                <a:lnTo>
                  <a:pt x="1205407" y="328053"/>
                </a:lnTo>
                <a:lnTo>
                  <a:pt x="1275245" y="328053"/>
                </a:lnTo>
                <a:lnTo>
                  <a:pt x="1275245" y="159473"/>
                </a:lnTo>
                <a:close/>
              </a:path>
              <a:path w="2167890" h="334010">
                <a:moveTo>
                  <a:pt x="1455026" y="271399"/>
                </a:moveTo>
                <a:lnTo>
                  <a:pt x="1448333" y="274218"/>
                </a:lnTo>
                <a:lnTo>
                  <a:pt x="1440789" y="275691"/>
                </a:lnTo>
                <a:lnTo>
                  <a:pt x="1430629" y="275691"/>
                </a:lnTo>
                <a:lnTo>
                  <a:pt x="1419948" y="274040"/>
                </a:lnTo>
                <a:lnTo>
                  <a:pt x="1412176" y="268998"/>
                </a:lnTo>
                <a:lnTo>
                  <a:pt x="1407426" y="260438"/>
                </a:lnTo>
                <a:lnTo>
                  <a:pt x="1405813" y="248246"/>
                </a:lnTo>
                <a:lnTo>
                  <a:pt x="1405813" y="128676"/>
                </a:lnTo>
                <a:lnTo>
                  <a:pt x="1453667" y="128676"/>
                </a:lnTo>
                <a:lnTo>
                  <a:pt x="1453667" y="76187"/>
                </a:lnTo>
                <a:lnTo>
                  <a:pt x="1405813" y="76187"/>
                </a:lnTo>
                <a:lnTo>
                  <a:pt x="1405712" y="0"/>
                </a:lnTo>
                <a:lnTo>
                  <a:pt x="1335455" y="28917"/>
                </a:lnTo>
                <a:lnTo>
                  <a:pt x="1335455" y="76187"/>
                </a:lnTo>
                <a:lnTo>
                  <a:pt x="1306245" y="76187"/>
                </a:lnTo>
                <a:lnTo>
                  <a:pt x="1306245" y="128676"/>
                </a:lnTo>
                <a:lnTo>
                  <a:pt x="1335455" y="128676"/>
                </a:lnTo>
                <a:lnTo>
                  <a:pt x="1335455" y="255473"/>
                </a:lnTo>
                <a:lnTo>
                  <a:pt x="1340345" y="288963"/>
                </a:lnTo>
                <a:lnTo>
                  <a:pt x="1355191" y="312750"/>
                </a:lnTo>
                <a:lnTo>
                  <a:pt x="1380248" y="326948"/>
                </a:lnTo>
                <a:lnTo>
                  <a:pt x="1415770" y="331660"/>
                </a:lnTo>
                <a:lnTo>
                  <a:pt x="1428000" y="331165"/>
                </a:lnTo>
                <a:lnTo>
                  <a:pt x="1438770" y="329895"/>
                </a:lnTo>
                <a:lnTo>
                  <a:pt x="1447863" y="328155"/>
                </a:lnTo>
                <a:lnTo>
                  <a:pt x="1455026" y="326301"/>
                </a:lnTo>
                <a:lnTo>
                  <a:pt x="1455026" y="275691"/>
                </a:lnTo>
                <a:lnTo>
                  <a:pt x="1455026" y="271399"/>
                </a:lnTo>
                <a:close/>
              </a:path>
              <a:path w="2167890" h="334010">
                <a:moveTo>
                  <a:pt x="1716697" y="76187"/>
                </a:moveTo>
                <a:lnTo>
                  <a:pt x="1646758" y="76187"/>
                </a:lnTo>
                <a:lnTo>
                  <a:pt x="1646758" y="231902"/>
                </a:lnTo>
                <a:lnTo>
                  <a:pt x="1643405" y="252425"/>
                </a:lnTo>
                <a:lnTo>
                  <a:pt x="1634147" y="267017"/>
                </a:lnTo>
                <a:lnTo>
                  <a:pt x="1620202" y="275742"/>
                </a:lnTo>
                <a:lnTo>
                  <a:pt x="1602778" y="278638"/>
                </a:lnTo>
                <a:lnTo>
                  <a:pt x="1586585" y="276072"/>
                </a:lnTo>
                <a:lnTo>
                  <a:pt x="1575257" y="268262"/>
                </a:lnTo>
                <a:lnTo>
                  <a:pt x="1568615" y="255028"/>
                </a:lnTo>
                <a:lnTo>
                  <a:pt x="1566443" y="236194"/>
                </a:lnTo>
                <a:lnTo>
                  <a:pt x="1566443" y="76187"/>
                </a:lnTo>
                <a:lnTo>
                  <a:pt x="1496187" y="76187"/>
                </a:lnTo>
                <a:lnTo>
                  <a:pt x="1496187" y="246761"/>
                </a:lnTo>
                <a:lnTo>
                  <a:pt x="1502054" y="285343"/>
                </a:lnTo>
                <a:lnTo>
                  <a:pt x="1518323" y="312394"/>
                </a:lnTo>
                <a:lnTo>
                  <a:pt x="1542999" y="328307"/>
                </a:lnTo>
                <a:lnTo>
                  <a:pt x="1574088" y="333540"/>
                </a:lnTo>
                <a:lnTo>
                  <a:pt x="1599526" y="330288"/>
                </a:lnTo>
                <a:lnTo>
                  <a:pt x="1619961" y="321348"/>
                </a:lnTo>
                <a:lnTo>
                  <a:pt x="1635620" y="307886"/>
                </a:lnTo>
                <a:lnTo>
                  <a:pt x="1646758" y="291084"/>
                </a:lnTo>
                <a:lnTo>
                  <a:pt x="1646758" y="328180"/>
                </a:lnTo>
                <a:lnTo>
                  <a:pt x="1716697" y="328180"/>
                </a:lnTo>
                <a:lnTo>
                  <a:pt x="1716697" y="291084"/>
                </a:lnTo>
                <a:lnTo>
                  <a:pt x="1716697" y="278638"/>
                </a:lnTo>
                <a:lnTo>
                  <a:pt x="1716697" y="76187"/>
                </a:lnTo>
                <a:close/>
              </a:path>
              <a:path w="2167890" h="334010">
                <a:moveTo>
                  <a:pt x="1912086" y="72694"/>
                </a:moveTo>
                <a:lnTo>
                  <a:pt x="1886902" y="75717"/>
                </a:lnTo>
                <a:lnTo>
                  <a:pt x="1866303" y="84886"/>
                </a:lnTo>
                <a:lnTo>
                  <a:pt x="1849831" y="100380"/>
                </a:lnTo>
                <a:lnTo>
                  <a:pt x="1837004" y="122377"/>
                </a:lnTo>
                <a:lnTo>
                  <a:pt x="1837004" y="76047"/>
                </a:lnTo>
                <a:lnTo>
                  <a:pt x="1767268" y="76047"/>
                </a:lnTo>
                <a:lnTo>
                  <a:pt x="1767268" y="328053"/>
                </a:lnTo>
                <a:lnTo>
                  <a:pt x="1837004" y="328053"/>
                </a:lnTo>
                <a:lnTo>
                  <a:pt x="1837004" y="198424"/>
                </a:lnTo>
                <a:lnTo>
                  <a:pt x="1842084" y="171945"/>
                </a:lnTo>
                <a:lnTo>
                  <a:pt x="1856803" y="154533"/>
                </a:lnTo>
                <a:lnTo>
                  <a:pt x="1880387" y="144970"/>
                </a:lnTo>
                <a:lnTo>
                  <a:pt x="1912086" y="142049"/>
                </a:lnTo>
                <a:lnTo>
                  <a:pt x="1912086" y="122377"/>
                </a:lnTo>
                <a:lnTo>
                  <a:pt x="1912086" y="72694"/>
                </a:lnTo>
                <a:close/>
              </a:path>
              <a:path w="2167890" h="334010">
                <a:moveTo>
                  <a:pt x="2167471" y="189331"/>
                </a:moveTo>
                <a:lnTo>
                  <a:pt x="2158365" y="135674"/>
                </a:lnTo>
                <a:lnTo>
                  <a:pt x="2133676" y="98844"/>
                </a:lnTo>
                <a:lnTo>
                  <a:pt x="2099729" y="79032"/>
                </a:lnTo>
                <a:lnTo>
                  <a:pt x="2099729" y="172986"/>
                </a:lnTo>
                <a:lnTo>
                  <a:pt x="2005901" y="172986"/>
                </a:lnTo>
                <a:lnTo>
                  <a:pt x="2012721" y="147421"/>
                </a:lnTo>
                <a:lnTo>
                  <a:pt x="2023745" y="131114"/>
                </a:lnTo>
                <a:lnTo>
                  <a:pt x="2037816" y="122491"/>
                </a:lnTo>
                <a:lnTo>
                  <a:pt x="2053755" y="119964"/>
                </a:lnTo>
                <a:lnTo>
                  <a:pt x="2072436" y="123037"/>
                </a:lnTo>
                <a:lnTo>
                  <a:pt x="2086597" y="132562"/>
                </a:lnTo>
                <a:lnTo>
                  <a:pt x="2095830" y="149059"/>
                </a:lnTo>
                <a:lnTo>
                  <a:pt x="2099729" y="172986"/>
                </a:lnTo>
                <a:lnTo>
                  <a:pt x="2099729" y="79032"/>
                </a:lnTo>
                <a:lnTo>
                  <a:pt x="2097316" y="77622"/>
                </a:lnTo>
                <a:lnTo>
                  <a:pt x="2053234" y="70827"/>
                </a:lnTo>
                <a:lnTo>
                  <a:pt x="2006409" y="79362"/>
                </a:lnTo>
                <a:lnTo>
                  <a:pt x="1968614" y="104470"/>
                </a:lnTo>
                <a:lnTo>
                  <a:pt x="1943366" y="145389"/>
                </a:lnTo>
                <a:lnTo>
                  <a:pt x="1934184" y="201371"/>
                </a:lnTo>
                <a:lnTo>
                  <a:pt x="1934184" y="206197"/>
                </a:lnTo>
                <a:lnTo>
                  <a:pt x="1942998" y="261442"/>
                </a:lnTo>
                <a:lnTo>
                  <a:pt x="1967814" y="301231"/>
                </a:lnTo>
                <a:lnTo>
                  <a:pt x="2006180" y="325310"/>
                </a:lnTo>
                <a:lnTo>
                  <a:pt x="2055634" y="333400"/>
                </a:lnTo>
                <a:lnTo>
                  <a:pt x="2099627" y="327012"/>
                </a:lnTo>
                <a:lnTo>
                  <a:pt x="2133193" y="309359"/>
                </a:lnTo>
                <a:lnTo>
                  <a:pt x="2155926" y="282790"/>
                </a:lnTo>
                <a:lnTo>
                  <a:pt x="2156066" y="282384"/>
                </a:lnTo>
                <a:lnTo>
                  <a:pt x="2167471" y="249580"/>
                </a:lnTo>
                <a:lnTo>
                  <a:pt x="2102866" y="249580"/>
                </a:lnTo>
                <a:lnTo>
                  <a:pt x="2097481" y="262445"/>
                </a:lnTo>
                <a:lnTo>
                  <a:pt x="2088222" y="272859"/>
                </a:lnTo>
                <a:lnTo>
                  <a:pt x="2074811" y="279844"/>
                </a:lnTo>
                <a:lnTo>
                  <a:pt x="2057006" y="282384"/>
                </a:lnTo>
                <a:lnTo>
                  <a:pt x="2036584" y="278955"/>
                </a:lnTo>
                <a:lnTo>
                  <a:pt x="2020760" y="268020"/>
                </a:lnTo>
                <a:lnTo>
                  <a:pt x="2010016" y="248602"/>
                </a:lnTo>
                <a:lnTo>
                  <a:pt x="2004860" y="219722"/>
                </a:lnTo>
                <a:lnTo>
                  <a:pt x="2167471" y="219722"/>
                </a:lnTo>
                <a:lnTo>
                  <a:pt x="2167471" y="189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8327" y="711150"/>
            <a:ext cx="129603" cy="1382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5549" y="2977859"/>
            <a:ext cx="58237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31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83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43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62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63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4905-0CE9-1EB0-A232-AFF00F02B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A126E-4E0B-5D2D-4850-585A13AC9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DB6-2EB0-10F7-59BC-9404AC9E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5CFE-F8A2-4EED-B2B2-AE5BD6E7F4BA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0A90D-825A-6541-911E-0B2838D7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9DD5-F675-53EC-EA2F-4F5CC3AF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28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4701" y="6567249"/>
            <a:ext cx="213726" cy="1025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9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277246" eaLnBrk="1" hangingPunct="1">
        <a:defRPr>
          <a:latin typeface="+mn-lt"/>
          <a:ea typeface="+mn-ea"/>
          <a:cs typeface="+mn-cs"/>
        </a:defRPr>
      </a:lvl2pPr>
      <a:lvl3pPr marL="554492" eaLnBrk="1" hangingPunct="1">
        <a:defRPr>
          <a:latin typeface="+mn-lt"/>
          <a:ea typeface="+mn-ea"/>
          <a:cs typeface="+mn-cs"/>
        </a:defRPr>
      </a:lvl3pPr>
      <a:lvl4pPr marL="831738" eaLnBrk="1" hangingPunct="1">
        <a:defRPr>
          <a:latin typeface="+mn-lt"/>
          <a:ea typeface="+mn-ea"/>
          <a:cs typeface="+mn-cs"/>
        </a:defRPr>
      </a:lvl4pPr>
      <a:lvl5pPr marL="1108984" eaLnBrk="1" hangingPunct="1">
        <a:defRPr>
          <a:latin typeface="+mn-lt"/>
          <a:ea typeface="+mn-ea"/>
          <a:cs typeface="+mn-cs"/>
        </a:defRPr>
      </a:lvl5pPr>
      <a:lvl6pPr marL="1386230" eaLnBrk="1" hangingPunct="1">
        <a:defRPr>
          <a:latin typeface="+mn-lt"/>
          <a:ea typeface="+mn-ea"/>
          <a:cs typeface="+mn-cs"/>
        </a:defRPr>
      </a:lvl6pPr>
      <a:lvl7pPr marL="1663476" eaLnBrk="1" hangingPunct="1">
        <a:defRPr>
          <a:latin typeface="+mn-lt"/>
          <a:ea typeface="+mn-ea"/>
          <a:cs typeface="+mn-cs"/>
        </a:defRPr>
      </a:lvl7pPr>
      <a:lvl8pPr marL="1940723" eaLnBrk="1" hangingPunct="1">
        <a:defRPr>
          <a:latin typeface="+mn-lt"/>
          <a:ea typeface="+mn-ea"/>
          <a:cs typeface="+mn-cs"/>
        </a:defRPr>
      </a:lvl8pPr>
      <a:lvl9pPr marL="2217969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246" eaLnBrk="1" hangingPunct="1">
        <a:defRPr>
          <a:latin typeface="+mn-lt"/>
          <a:ea typeface="+mn-ea"/>
          <a:cs typeface="+mn-cs"/>
        </a:defRPr>
      </a:lvl2pPr>
      <a:lvl3pPr marL="554492" eaLnBrk="1" hangingPunct="1">
        <a:defRPr>
          <a:latin typeface="+mn-lt"/>
          <a:ea typeface="+mn-ea"/>
          <a:cs typeface="+mn-cs"/>
        </a:defRPr>
      </a:lvl3pPr>
      <a:lvl4pPr marL="831738" eaLnBrk="1" hangingPunct="1">
        <a:defRPr>
          <a:latin typeface="+mn-lt"/>
          <a:ea typeface="+mn-ea"/>
          <a:cs typeface="+mn-cs"/>
        </a:defRPr>
      </a:lvl4pPr>
      <a:lvl5pPr marL="1108984" eaLnBrk="1" hangingPunct="1">
        <a:defRPr>
          <a:latin typeface="+mn-lt"/>
          <a:ea typeface="+mn-ea"/>
          <a:cs typeface="+mn-cs"/>
        </a:defRPr>
      </a:lvl5pPr>
      <a:lvl6pPr marL="1386230" eaLnBrk="1" hangingPunct="1">
        <a:defRPr>
          <a:latin typeface="+mn-lt"/>
          <a:ea typeface="+mn-ea"/>
          <a:cs typeface="+mn-cs"/>
        </a:defRPr>
      </a:lvl6pPr>
      <a:lvl7pPr marL="1663476" eaLnBrk="1" hangingPunct="1">
        <a:defRPr>
          <a:latin typeface="+mn-lt"/>
          <a:ea typeface="+mn-ea"/>
          <a:cs typeface="+mn-cs"/>
        </a:defRPr>
      </a:lvl7pPr>
      <a:lvl8pPr marL="1940723" eaLnBrk="1" hangingPunct="1">
        <a:defRPr>
          <a:latin typeface="+mn-lt"/>
          <a:ea typeface="+mn-ea"/>
          <a:cs typeface="+mn-cs"/>
        </a:defRPr>
      </a:lvl8pPr>
      <a:lvl9pPr marL="2217969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diagramQuickStyle" Target="../diagrams/quickStyle1.xml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diagramLayout" Target="../diagrams/layou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11" Type="http://schemas.openxmlformats.org/officeDocument/2006/relationships/diagramData" Target="../diagrams/data1.xml"/><Relationship Id="rId5" Type="http://schemas.openxmlformats.org/officeDocument/2006/relationships/image" Target="../media/image23.png"/><Relationship Id="rId15" Type="http://schemas.microsoft.com/office/2007/relationships/diagramDrawing" Target="../diagrams/drawing1.xml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diagramColors" Target="../diagrams/colors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image" Target="../media/image43.png"/><Relationship Id="rId3" Type="http://schemas.openxmlformats.org/officeDocument/2006/relationships/image" Target="../media/image37.png"/><Relationship Id="rId7" Type="http://schemas.openxmlformats.org/officeDocument/2006/relationships/diagramQuickStyle" Target="../diagrams/quickStyle2.xml"/><Relationship Id="rId12" Type="http://schemas.openxmlformats.org/officeDocument/2006/relationships/image" Target="../media/image4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11" Type="http://schemas.openxmlformats.org/officeDocument/2006/relationships/image" Target="../media/image4.png"/><Relationship Id="rId5" Type="http://schemas.openxmlformats.org/officeDocument/2006/relationships/diagramData" Target="../diagrams/data2.xml"/><Relationship Id="rId10" Type="http://schemas.openxmlformats.org/officeDocument/2006/relationships/image" Target="../media/image3.jpeg"/><Relationship Id="rId4" Type="http://schemas.openxmlformats.org/officeDocument/2006/relationships/image" Target="../media/image38.png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mesh net in pink and purple hue forming a 3D outline">
            <a:extLst>
              <a:ext uri="{FF2B5EF4-FFF2-40B4-BE49-F238E27FC236}">
                <a16:creationId xmlns:a16="http://schemas.microsoft.com/office/drawing/2014/main" id="{43BE3768-BD5E-464B-E89E-9330B65AE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125" y="-50777"/>
            <a:ext cx="13430250" cy="695955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2728AC9-57AD-9129-2359-32C0C790D891}"/>
              </a:ext>
            </a:extLst>
          </p:cNvPr>
          <p:cNvSpPr txBox="1">
            <a:spLocks/>
          </p:cNvSpPr>
          <p:nvPr/>
        </p:nvSpPr>
        <p:spPr>
          <a:xfrm>
            <a:off x="377377" y="4464328"/>
            <a:ext cx="5718623" cy="1251284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ETL Process Manager</a:t>
            </a:r>
            <a:b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</a:br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Financial Services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7474AFA-0857-7060-D9BF-922D30B2727C}"/>
              </a:ext>
            </a:extLst>
          </p:cNvPr>
          <p:cNvSpPr txBox="1">
            <a:spLocks/>
          </p:cNvSpPr>
          <p:nvPr/>
        </p:nvSpPr>
        <p:spPr>
          <a:xfrm>
            <a:off x="326377" y="5715612"/>
            <a:ext cx="2371998" cy="276999"/>
          </a:xfrm>
          <a:prstGeom prst="rect">
            <a:avLst/>
          </a:prstGeom>
        </p:spPr>
        <p:txBody>
          <a:bodyPr wrap="square">
            <a:normAutofit fontScale="85000" lnSpcReduction="20000"/>
          </a:bodyPr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277246" eaLnBrk="1" hangingPunct="1">
              <a:defRPr>
                <a:latin typeface="+mn-lt"/>
                <a:ea typeface="+mn-ea"/>
                <a:cs typeface="+mn-cs"/>
              </a:defRPr>
            </a:lvl2pPr>
            <a:lvl3pPr marL="554492" eaLnBrk="1" hangingPunct="1">
              <a:defRPr>
                <a:latin typeface="+mn-lt"/>
                <a:ea typeface="+mn-ea"/>
                <a:cs typeface="+mn-cs"/>
              </a:defRPr>
            </a:lvl3pPr>
            <a:lvl4pPr marL="831738" eaLnBrk="1" hangingPunct="1">
              <a:defRPr>
                <a:latin typeface="+mn-lt"/>
                <a:ea typeface="+mn-ea"/>
                <a:cs typeface="+mn-cs"/>
              </a:defRPr>
            </a:lvl4pPr>
            <a:lvl5pPr marL="1108984" eaLnBrk="1" hangingPunct="1">
              <a:defRPr>
                <a:latin typeface="+mn-lt"/>
                <a:ea typeface="+mn-ea"/>
                <a:cs typeface="+mn-cs"/>
              </a:defRPr>
            </a:lvl5pPr>
            <a:lvl6pPr marL="1386230" eaLnBrk="1" hangingPunct="1">
              <a:defRPr>
                <a:latin typeface="+mn-lt"/>
                <a:ea typeface="+mn-ea"/>
                <a:cs typeface="+mn-cs"/>
              </a:defRPr>
            </a:lvl6pPr>
            <a:lvl7pPr marL="1663476" eaLnBrk="1" hangingPunct="1">
              <a:defRPr>
                <a:latin typeface="+mn-lt"/>
                <a:ea typeface="+mn-ea"/>
                <a:cs typeface="+mn-cs"/>
              </a:defRPr>
            </a:lvl7pPr>
            <a:lvl8pPr marL="1940723" eaLnBrk="1" hangingPunct="1">
              <a:defRPr>
                <a:latin typeface="+mn-lt"/>
                <a:ea typeface="+mn-ea"/>
                <a:cs typeface="+mn-cs"/>
              </a:defRPr>
            </a:lvl8pPr>
            <a:lvl9pPr marL="221796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Graphik Medium" panose="020B0603030202060203" pitchFamily="34" charset="0"/>
              </a:rPr>
              <a:t>by Kenny Copas</a:t>
            </a:r>
          </a:p>
        </p:txBody>
      </p:sp>
    </p:spTree>
    <p:extLst>
      <p:ext uri="{BB962C8B-B14F-4D97-AF65-F5344CB8AC3E}">
        <p14:creationId xmlns:p14="http://schemas.microsoft.com/office/powerpoint/2010/main" val="3021057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B52EC-4791-F1DA-A3A8-0BDB8AEC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A mesh net in pink and purple hue forming a 3D outline">
            <a:extLst>
              <a:ext uri="{FF2B5EF4-FFF2-40B4-BE49-F238E27FC236}">
                <a16:creationId xmlns:a16="http://schemas.microsoft.com/office/drawing/2014/main" id="{7D642FA5-29A0-C841-7378-33C602B90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0" r="68570"/>
          <a:stretch/>
        </p:blipFill>
        <p:spPr>
          <a:xfrm>
            <a:off x="-9144" y="-50777"/>
            <a:ext cx="3602090" cy="6959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0E3547-44FF-28CC-8E42-CAAD54BE9FBC}"/>
              </a:ext>
            </a:extLst>
          </p:cNvPr>
          <p:cNvSpPr txBox="1"/>
          <p:nvPr/>
        </p:nvSpPr>
        <p:spPr>
          <a:xfrm flipH="1">
            <a:off x="273173" y="3982997"/>
            <a:ext cx="3037453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latin typeface="Graphik" panose="020B0503030202060203" pitchFamily="34" charset="0"/>
              </a:rPr>
              <a:t>Kenny Copas</a:t>
            </a:r>
          </a:p>
          <a:p>
            <a:pPr algn="ctr">
              <a:defRPr/>
            </a:pPr>
            <a:endParaRPr lang="en-US" sz="2400" b="1" dirty="0">
              <a:solidFill>
                <a:srgbClr val="FFFFFF"/>
              </a:solidFill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Data Engineer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PeopleShores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 PBC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FFFFFF"/>
                </a:solidFill>
                <a:latin typeface="Graphik" panose="020B0503030202060203" pitchFamily="34" charset="0"/>
              </a:rPr>
              <a:t>Tampa, FL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solidFill>
                <a:srgbClr val="FFFFFF"/>
              </a:solidFill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Graphik" panose="020B0503030202060203" pitchFamily="34" charset="0"/>
                <a:ea typeface="Calibri"/>
                <a:cs typeface="Calibri"/>
              </a:rPr>
              <a:t>linkedin.com/in/</a:t>
            </a:r>
            <a:r>
              <a:rPr lang="en-US" sz="1400" b="1" dirty="0" err="1">
                <a:solidFill>
                  <a:srgbClr val="FFFFFF"/>
                </a:solidFill>
                <a:latin typeface="Graphik" panose="020B0503030202060203" pitchFamily="34" charset="0"/>
                <a:ea typeface="Calibri"/>
                <a:cs typeface="Calibri"/>
              </a:rPr>
              <a:t>kennycopas</a:t>
            </a:r>
            <a:endParaRPr lang="en-US" sz="1400" i="0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Graphik" panose="020B0503030202060203" pitchFamily="34" charset="0"/>
              <a:ea typeface="Calibri"/>
              <a:cs typeface="Calibri"/>
            </a:endParaRPr>
          </a:p>
        </p:txBody>
      </p:sp>
      <p:pic>
        <p:nvPicPr>
          <p:cNvPr id="3" name="Picture 2" descr="A person taking a selfie&#10;&#10;AI-generated content may be incorrect.">
            <a:extLst>
              <a:ext uri="{FF2B5EF4-FFF2-40B4-BE49-F238E27FC236}">
                <a16:creationId xmlns:a16="http://schemas.microsoft.com/office/drawing/2014/main" id="{723EEFF0-5B96-A377-4D97-727257493D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9" b="1445"/>
          <a:stretch/>
        </p:blipFill>
        <p:spPr>
          <a:xfrm>
            <a:off x="591314" y="656695"/>
            <a:ext cx="2401173" cy="2401173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5579B-1BF6-DEE4-3513-B4D4AA34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946" y="353190"/>
            <a:ext cx="6032718" cy="682611"/>
          </a:xfrm>
        </p:spPr>
        <p:txBody>
          <a:bodyPr>
            <a:noAutofit/>
          </a:bodyPr>
          <a:lstStyle/>
          <a:p>
            <a:pPr lvl="0" algn="ctr" defTabSz="914377">
              <a:lnSpc>
                <a:spcPct val="80000"/>
              </a:lnSpc>
              <a:defRPr/>
            </a:pPr>
            <a:r>
              <a:rPr lang="en-US" sz="4000" b="1" dirty="0">
                <a:solidFill>
                  <a:srgbClr val="000000"/>
                </a:solidFill>
                <a:latin typeface="Graphik Semibold" panose="020B0703030202060203" pitchFamily="34" charset="0"/>
              </a:rPr>
              <a:t>Professional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53A63-9B09-F961-C23D-EBF241965106}"/>
              </a:ext>
            </a:extLst>
          </p:cNvPr>
          <p:cNvSpPr txBox="1"/>
          <p:nvPr/>
        </p:nvSpPr>
        <p:spPr>
          <a:xfrm>
            <a:off x="3854119" y="1238669"/>
            <a:ext cx="13577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Graphik Regular" panose="020B0503030202060203" pitchFamily="34" charset="0"/>
              </a:rPr>
              <a:t>Before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1C29E2-AB22-7AEE-FEEE-B2773BF4E7E8}"/>
              </a:ext>
            </a:extLst>
          </p:cNvPr>
          <p:cNvCxnSpPr>
            <a:cxnSpLocks/>
          </p:cNvCxnSpPr>
          <p:nvPr/>
        </p:nvCxnSpPr>
        <p:spPr>
          <a:xfrm>
            <a:off x="5156446" y="1608124"/>
            <a:ext cx="544579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4565FF5-E04C-B85C-EB48-1E55AB24EEA9}"/>
              </a:ext>
            </a:extLst>
          </p:cNvPr>
          <p:cNvSpPr txBox="1"/>
          <p:nvPr/>
        </p:nvSpPr>
        <p:spPr>
          <a:xfrm>
            <a:off x="3854119" y="1857282"/>
            <a:ext cx="4883901" cy="884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l">
              <a:lnSpc>
                <a:spcPct val="150000"/>
              </a:lnSpc>
              <a:buFontTx/>
              <a:buChar char="-"/>
            </a:pPr>
            <a:r>
              <a:rPr lang="en-US" sz="1200" i="0" dirty="0">
                <a:latin typeface="Graphik Regular" panose="020B0503030202060203" pitchFamily="34" charset="0"/>
              </a:rPr>
              <a:t>Software Engineering (JavaScript, HTML, CSS, Java, Python)</a:t>
            </a:r>
            <a:endParaRPr lang="en-US" sz="1200" dirty="0">
              <a:latin typeface="Graphik Regular" panose="020B0503030202060203" pitchFamily="34" charset="0"/>
            </a:endParaRPr>
          </a:p>
          <a:p>
            <a:pPr marL="171450" lvl="0" indent="-171450" algn="l">
              <a:lnSpc>
                <a:spcPct val="150000"/>
              </a:lnSpc>
              <a:buFontTx/>
              <a:buChar char="-"/>
            </a:pPr>
            <a:r>
              <a:rPr lang="en-US" sz="1200" i="0" dirty="0">
                <a:latin typeface="Graphik Regular" panose="020B0503030202060203" pitchFamily="34" charset="0"/>
              </a:rPr>
              <a:t>Object-Oriented Programming, Dynamic Programming</a:t>
            </a:r>
          </a:p>
          <a:p>
            <a:pPr marL="171450" lvl="0" indent="-171450" algn="l">
              <a:lnSpc>
                <a:spcPct val="150000"/>
              </a:lnSpc>
              <a:buFontTx/>
              <a:buChar char="-"/>
            </a:pPr>
            <a:r>
              <a:rPr lang="en-US" sz="1200" i="0" dirty="0">
                <a:latin typeface="Graphik Regular" panose="020B0503030202060203" pitchFamily="34" charset="0"/>
              </a:rPr>
              <a:t>Specialization in </a:t>
            </a:r>
            <a:r>
              <a:rPr lang="en-US" sz="1200" i="0" u="none" dirty="0">
                <a:latin typeface="Graphik Regular" panose="020B0503030202060203" pitchFamily="34" charset="0"/>
              </a:rPr>
              <a:t>Data Structures and Algorithms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A1BBA2-FB67-B921-D02F-AAFD5C6B5645}"/>
              </a:ext>
            </a:extLst>
          </p:cNvPr>
          <p:cNvSpPr txBox="1"/>
          <p:nvPr/>
        </p:nvSpPr>
        <p:spPr>
          <a:xfrm>
            <a:off x="3854119" y="2873068"/>
            <a:ext cx="13577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Graphik Regular" panose="020B0503030202060203" pitchFamily="34" charset="0"/>
              </a:rPr>
              <a:t>During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4692966-C642-D650-A771-6F2D0AA0DE22}"/>
              </a:ext>
            </a:extLst>
          </p:cNvPr>
          <p:cNvCxnSpPr>
            <a:cxnSpLocks/>
          </p:cNvCxnSpPr>
          <p:nvPr/>
        </p:nvCxnSpPr>
        <p:spPr>
          <a:xfrm>
            <a:off x="5156446" y="3242523"/>
            <a:ext cx="544579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59B2ECB-9F74-F347-3525-48CBAA8E43F5}"/>
              </a:ext>
            </a:extLst>
          </p:cNvPr>
          <p:cNvSpPr txBox="1"/>
          <p:nvPr/>
        </p:nvSpPr>
        <p:spPr>
          <a:xfrm>
            <a:off x="3854119" y="3491681"/>
            <a:ext cx="5621282" cy="884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sz="1200" dirty="0">
                <a:latin typeface="Graphik Regular" panose="020B0503030202060203" pitchFamily="34" charset="0"/>
              </a:rPr>
              <a:t>Database Management, Data Processing, Data Analysis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sz="1200" dirty="0">
                <a:latin typeface="Graphik Regular" panose="020B0503030202060203" pitchFamily="34" charset="0"/>
              </a:rPr>
              <a:t>Professional Practices (Version Control, Data Security)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sz="1200" dirty="0">
                <a:latin typeface="Graphik Regular" panose="020B0503030202060203" pitchFamily="34" charset="0"/>
              </a:rPr>
              <a:t>Agile Methodology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1305E5-E40E-B3F0-F2C5-43775E380870}"/>
              </a:ext>
            </a:extLst>
          </p:cNvPr>
          <p:cNvSpPr txBox="1"/>
          <p:nvPr/>
        </p:nvSpPr>
        <p:spPr>
          <a:xfrm>
            <a:off x="3854119" y="4564713"/>
            <a:ext cx="13577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Graphik Regular" panose="020B0503030202060203" pitchFamily="34" charset="0"/>
              </a:rPr>
              <a:t>After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75D18B6-0F9B-5B32-9113-7BBED0917E02}"/>
              </a:ext>
            </a:extLst>
          </p:cNvPr>
          <p:cNvCxnSpPr>
            <a:cxnSpLocks/>
          </p:cNvCxnSpPr>
          <p:nvPr/>
        </p:nvCxnSpPr>
        <p:spPr>
          <a:xfrm>
            <a:off x="4884928" y="4934168"/>
            <a:ext cx="571730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6CB67E6-BD97-B77B-DF72-B82A6F0F38C7}"/>
              </a:ext>
            </a:extLst>
          </p:cNvPr>
          <p:cNvSpPr txBox="1"/>
          <p:nvPr/>
        </p:nvSpPr>
        <p:spPr>
          <a:xfrm>
            <a:off x="3854119" y="5183326"/>
            <a:ext cx="4883901" cy="88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l" defTabSz="533400">
              <a:lnSpc>
                <a:spcPct val="150000"/>
              </a:lnSpc>
              <a:spcBef>
                <a:spcPct val="0"/>
              </a:spcBef>
              <a:buFontTx/>
              <a:buChar char="-"/>
            </a:pPr>
            <a:r>
              <a:rPr lang="en-US" sz="1200" dirty="0">
                <a:latin typeface="Graphik Regular" panose="020B0503030202060203" pitchFamily="34" charset="0"/>
              </a:rPr>
              <a:t>Courses and Certifications</a:t>
            </a:r>
          </a:p>
          <a:p>
            <a:pPr marL="171450" lvl="0" indent="-171450" algn="l" defTabSz="533400">
              <a:lnSpc>
                <a:spcPct val="150000"/>
              </a:lnSpc>
              <a:spcBef>
                <a:spcPct val="0"/>
              </a:spcBef>
              <a:buFontTx/>
              <a:buChar char="-"/>
            </a:pPr>
            <a:r>
              <a:rPr lang="en-US" sz="1200" dirty="0">
                <a:latin typeface="Graphik Regular" panose="020B0503030202060203" pitchFamily="34" charset="0"/>
              </a:rPr>
              <a:t>Machine Learning &amp; Artificial Intelligence</a:t>
            </a:r>
          </a:p>
          <a:p>
            <a:pPr marL="171450" lvl="0" indent="-171450" algn="l" defTabSz="533400">
              <a:lnSpc>
                <a:spcPct val="150000"/>
              </a:lnSpc>
              <a:spcBef>
                <a:spcPct val="0"/>
              </a:spcBef>
              <a:buFontTx/>
              <a:buChar char="-"/>
            </a:pPr>
            <a:r>
              <a:rPr lang="en-US" sz="1200" dirty="0">
                <a:latin typeface="Graphik Regular" panose="020B0503030202060203" pitchFamily="34" charset="0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39297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FAE0B-66B8-5B1C-98C2-87E5A20D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707BD5-B708-8B30-49E6-93DDE33C62CF}"/>
              </a:ext>
            </a:extLst>
          </p:cNvPr>
          <p:cNvCxnSpPr>
            <a:cxnSpLocks/>
          </p:cNvCxnSpPr>
          <p:nvPr/>
        </p:nvCxnSpPr>
        <p:spPr>
          <a:xfrm>
            <a:off x="3939594" y="1045435"/>
            <a:ext cx="688679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E03B77-F3F0-421F-BB79-76969AD1C82A}"/>
              </a:ext>
            </a:extLst>
          </p:cNvPr>
          <p:cNvCxnSpPr>
            <a:cxnSpLocks/>
          </p:cNvCxnSpPr>
          <p:nvPr/>
        </p:nvCxnSpPr>
        <p:spPr>
          <a:xfrm>
            <a:off x="3939595" y="2901983"/>
            <a:ext cx="688679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298A080-65F0-6E8C-B793-8F81310E579A}"/>
              </a:ext>
            </a:extLst>
          </p:cNvPr>
          <p:cNvGrpSpPr/>
          <p:nvPr/>
        </p:nvGrpSpPr>
        <p:grpSpPr>
          <a:xfrm>
            <a:off x="3841121" y="1121460"/>
            <a:ext cx="4305831" cy="905015"/>
            <a:chOff x="3841121" y="1121460"/>
            <a:chExt cx="4305831" cy="90501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50CAA5-91FF-39E0-42F6-06E3AF2BBB26}"/>
                </a:ext>
              </a:extLst>
            </p:cNvPr>
            <p:cNvSpPr txBox="1"/>
            <p:nvPr/>
          </p:nvSpPr>
          <p:spPr>
            <a:xfrm>
              <a:off x="3841121" y="1121460"/>
              <a:ext cx="2254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  <a:latin typeface="Graphik Semibold" panose="020B0703030202060203" pitchFamily="34" charset="0"/>
                </a:rPr>
                <a:t>Unnormalized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3C5FA4-8395-438C-05A4-77A6B5BFF47D}"/>
                </a:ext>
              </a:extLst>
            </p:cNvPr>
            <p:cNvSpPr txBox="1"/>
            <p:nvPr/>
          </p:nvSpPr>
          <p:spPr>
            <a:xfrm>
              <a:off x="3841121" y="1564810"/>
              <a:ext cx="430583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Graphik Regular" panose="020B0503030202060203" pitchFamily="34" charset="0"/>
                </a:rPr>
                <a:t>Not easily human-readable, contains inconsistencies, improperly formatted entries, and no schema.</a:t>
              </a:r>
            </a:p>
          </p:txBody>
        </p:sp>
      </p:grpSp>
      <p:sp>
        <p:nvSpPr>
          <p:cNvPr id="18" name="Title 17">
            <a:extLst>
              <a:ext uri="{FF2B5EF4-FFF2-40B4-BE49-F238E27FC236}">
                <a16:creationId xmlns:a16="http://schemas.microsoft.com/office/drawing/2014/main" id="{39DDD7B3-4E4A-E0CC-18A3-96B018CD5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94" y="829027"/>
            <a:ext cx="3371100" cy="830997"/>
          </a:xfrm>
        </p:spPr>
        <p:txBody>
          <a:bodyPr/>
          <a:lstStyle/>
          <a:p>
            <a:r>
              <a:rPr lang="en-US" sz="2700" dirty="0">
                <a:latin typeface="Graphik Semibold" panose="020B0703030202060203" pitchFamily="34" charset="0"/>
              </a:rPr>
              <a:t>Client’s problem,</a:t>
            </a:r>
            <a:br>
              <a:rPr lang="en-US" sz="2700" dirty="0">
                <a:latin typeface="Graphik Semibold" panose="020B0703030202060203" pitchFamily="34" charset="0"/>
              </a:rPr>
            </a:br>
            <a:r>
              <a:rPr lang="en-US" sz="2700" dirty="0">
                <a:latin typeface="Graphik Semibold" panose="020B0703030202060203" pitchFamily="34" charset="0"/>
              </a:rPr>
              <a:t>our solution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E59491-03C9-042E-927F-8DF7277D7CE0}"/>
              </a:ext>
            </a:extLst>
          </p:cNvPr>
          <p:cNvCxnSpPr>
            <a:cxnSpLocks/>
          </p:cNvCxnSpPr>
          <p:nvPr/>
        </p:nvCxnSpPr>
        <p:spPr>
          <a:xfrm>
            <a:off x="3939595" y="4716190"/>
            <a:ext cx="691984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AE9FE71-E991-009B-2369-26F783CE593A}"/>
              </a:ext>
            </a:extLst>
          </p:cNvPr>
          <p:cNvGrpSpPr/>
          <p:nvPr/>
        </p:nvGrpSpPr>
        <p:grpSpPr>
          <a:xfrm>
            <a:off x="3841121" y="4779016"/>
            <a:ext cx="4305831" cy="900555"/>
            <a:chOff x="3841121" y="4779016"/>
            <a:chExt cx="4305831" cy="90055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DD4F6D9-C5BC-E532-F4F3-E0648D5AE3A9}"/>
                </a:ext>
              </a:extLst>
            </p:cNvPr>
            <p:cNvSpPr txBox="1"/>
            <p:nvPr/>
          </p:nvSpPr>
          <p:spPr>
            <a:xfrm>
              <a:off x="3841121" y="4779016"/>
              <a:ext cx="2025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  <a:latin typeface="Graphik Semibold" panose="020B0703030202060203" pitchFamily="34" charset="0"/>
                </a:rPr>
                <a:t>Non-visual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6A61B9-0128-779B-B4AD-A20E29374E5F}"/>
                </a:ext>
              </a:extLst>
            </p:cNvPr>
            <p:cNvSpPr txBox="1"/>
            <p:nvPr/>
          </p:nvSpPr>
          <p:spPr>
            <a:xfrm>
              <a:off x="3841121" y="5217906"/>
              <a:ext cx="430583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Graphik Regular" panose="020B0503030202060203" pitchFamily="34" charset="0"/>
                </a:rPr>
                <a:t>Cannot be used to support business claims because it is not visualized.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94E13CC-DB6B-8A45-41D6-E0C4EAF88A55}"/>
              </a:ext>
            </a:extLst>
          </p:cNvPr>
          <p:cNvSpPr txBox="1"/>
          <p:nvPr/>
        </p:nvSpPr>
        <p:spPr>
          <a:xfrm>
            <a:off x="495342" y="1927284"/>
            <a:ext cx="2931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raphik Regular" panose="020B0503030202060203" pitchFamily="34" charset="0"/>
              </a:rPr>
              <a:t>Projects only ever emerge from a client with a problem.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CA9300-7DBF-0867-0753-21ABF9E3F7EB}"/>
              </a:ext>
            </a:extLst>
          </p:cNvPr>
          <p:cNvGrpSpPr/>
          <p:nvPr/>
        </p:nvGrpSpPr>
        <p:grpSpPr>
          <a:xfrm>
            <a:off x="3841121" y="2964810"/>
            <a:ext cx="4305831" cy="929485"/>
            <a:chOff x="3841121" y="2964810"/>
            <a:chExt cx="4305831" cy="92948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98CC32-31DF-D23E-C6E1-64500FDEA33D}"/>
                </a:ext>
              </a:extLst>
            </p:cNvPr>
            <p:cNvSpPr txBox="1"/>
            <p:nvPr/>
          </p:nvSpPr>
          <p:spPr>
            <a:xfrm>
              <a:off x="3841122" y="2964810"/>
              <a:ext cx="2025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  <a:latin typeface="Graphik Semibold" panose="020B0703030202060203" pitchFamily="34" charset="0"/>
                </a:rPr>
                <a:t>Inaccessible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A2D6B09-F5C6-CE35-953C-C0E0B8DD6D67}"/>
                </a:ext>
              </a:extLst>
            </p:cNvPr>
            <p:cNvSpPr txBox="1"/>
            <p:nvPr/>
          </p:nvSpPr>
          <p:spPr>
            <a:xfrm>
              <a:off x="3841121" y="3432630"/>
              <a:ext cx="430583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Graphik Regular" panose="020B0503030202060203" pitchFamily="34" charset="0"/>
                </a:rPr>
                <a:t>Rendered inaccessible to anyone non-technical or without the proper permissions or setup.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04174A3-0BF0-6F7E-D12D-EE2388A951AF}"/>
              </a:ext>
            </a:extLst>
          </p:cNvPr>
          <p:cNvGrpSpPr/>
          <p:nvPr/>
        </p:nvGrpSpPr>
        <p:grpSpPr>
          <a:xfrm>
            <a:off x="8170897" y="1151880"/>
            <a:ext cx="2561552" cy="1513148"/>
            <a:chOff x="6651178" y="1219871"/>
            <a:chExt cx="2254879" cy="1331993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74F8A59-A39F-FB0F-D856-9DC1F55EED23}"/>
                </a:ext>
              </a:extLst>
            </p:cNvPr>
            <p:cNvGrpSpPr/>
            <p:nvPr/>
          </p:nvGrpSpPr>
          <p:grpSpPr>
            <a:xfrm>
              <a:off x="7210246" y="1219871"/>
              <a:ext cx="1115664" cy="1078248"/>
              <a:chOff x="7274610" y="1369289"/>
              <a:chExt cx="1115664" cy="1078248"/>
            </a:xfrm>
          </p:grpSpPr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DE2D77DC-3A69-CBE1-4660-E042701FFB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74610" y="1369289"/>
                <a:ext cx="1115664" cy="1078248"/>
              </a:xfrm>
              <a:prstGeom prst="rect">
                <a:avLst/>
              </a:prstGeom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2E9C7248-3F2E-1181-9D2D-1BB2FC719FCD}"/>
                  </a:ext>
                </a:extLst>
              </p:cNvPr>
              <p:cNvSpPr/>
              <p:nvPr/>
            </p:nvSpPr>
            <p:spPr>
              <a:xfrm>
                <a:off x="7684709" y="1775319"/>
                <a:ext cx="253419" cy="2534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9AA3660-CAF1-BE27-8E14-E007E0E89E11}"/>
                </a:ext>
              </a:extLst>
            </p:cNvPr>
            <p:cNvSpPr txBox="1"/>
            <p:nvPr/>
          </p:nvSpPr>
          <p:spPr>
            <a:xfrm>
              <a:off x="6651178" y="2244087"/>
              <a:ext cx="22548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Graphik Semibold" panose="020B0703030202060203" pitchFamily="34" charset="0"/>
                </a:rPr>
                <a:t>Data Pipeline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2BD703-6777-52A1-5C40-9D910F7039E4}"/>
              </a:ext>
            </a:extLst>
          </p:cNvPr>
          <p:cNvGrpSpPr/>
          <p:nvPr/>
        </p:nvGrpSpPr>
        <p:grpSpPr>
          <a:xfrm>
            <a:off x="8170897" y="3035932"/>
            <a:ext cx="2561554" cy="1514692"/>
            <a:chOff x="6621589" y="3197011"/>
            <a:chExt cx="2254879" cy="1333350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29BC92E-94B0-6C02-F214-3714BC3B6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72720" y="3197011"/>
              <a:ext cx="752616" cy="81013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32D874C-77F4-C277-0B2B-D52C82FED939}"/>
                </a:ext>
              </a:extLst>
            </p:cNvPr>
            <p:cNvSpPr txBox="1"/>
            <p:nvPr/>
          </p:nvSpPr>
          <p:spPr>
            <a:xfrm>
              <a:off x="6621589" y="4007141"/>
              <a:ext cx="22548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Graphik Semibold" panose="020B0703030202060203" pitchFamily="34" charset="0"/>
                </a:rPr>
                <a:t>Command-Line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Graphik Semibold" panose="020B0703030202060203" pitchFamily="34" charset="0"/>
                </a:rPr>
                <a:t>Interface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2E35B8A-E2DB-F3A9-2D51-9FCC2CC9C323}"/>
              </a:ext>
            </a:extLst>
          </p:cNvPr>
          <p:cNvGrpSpPr/>
          <p:nvPr/>
        </p:nvGrpSpPr>
        <p:grpSpPr>
          <a:xfrm>
            <a:off x="8170897" y="4872989"/>
            <a:ext cx="2561554" cy="1633106"/>
            <a:chOff x="6651178" y="5046639"/>
            <a:chExt cx="2254879" cy="1437589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9990AEA4-2E1E-1BDA-F02E-D65929BED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84500" y="5046639"/>
              <a:ext cx="988234" cy="928598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82FF506-8723-A44D-0403-A02A52A4EB60}"/>
                </a:ext>
              </a:extLst>
            </p:cNvPr>
            <p:cNvSpPr txBox="1"/>
            <p:nvPr/>
          </p:nvSpPr>
          <p:spPr>
            <a:xfrm>
              <a:off x="6651178" y="5961008"/>
              <a:ext cx="22548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Graphik Semibold" panose="020B0703030202060203" pitchFamily="34" charset="0"/>
                </a:rPr>
                <a:t>Analysis &amp;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Graphik Semibold" panose="020B0703030202060203" pitchFamily="34" charset="0"/>
                </a:rPr>
                <a:t>Visualization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1DC9C73-61B0-FD52-BC5A-4629AD0623D7}"/>
              </a:ext>
            </a:extLst>
          </p:cNvPr>
          <p:cNvSpPr txBox="1"/>
          <p:nvPr/>
        </p:nvSpPr>
        <p:spPr>
          <a:xfrm>
            <a:off x="3841121" y="649958"/>
            <a:ext cx="10498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raphik Regular" panose="020B0503030202060203" pitchFamily="34" charset="0"/>
              </a:rPr>
              <a:t>Problem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A81EF5-B414-1D06-C1BC-1D2EB9ABF22F}"/>
              </a:ext>
            </a:extLst>
          </p:cNvPr>
          <p:cNvSpPr txBox="1"/>
          <p:nvPr/>
        </p:nvSpPr>
        <p:spPr>
          <a:xfrm>
            <a:off x="8094697" y="649958"/>
            <a:ext cx="1521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raphik Regular" panose="020B0503030202060203" pitchFamily="34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688493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D1B8D-4DEE-5E72-F909-72AAF8DC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994B5313-19ED-0C50-0212-CB0CE1701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70" y="109243"/>
            <a:ext cx="11725260" cy="663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2396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D66F4-EA1D-2712-D9FB-F28AF242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BF331509-E38F-7F6F-B0F5-5A589B8F88FD}"/>
              </a:ext>
            </a:extLst>
          </p:cNvPr>
          <p:cNvSpPr/>
          <p:nvPr/>
        </p:nvSpPr>
        <p:spPr>
          <a:xfrm>
            <a:off x="-9144" y="-64918"/>
            <a:ext cx="3483864" cy="6987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36AF1-8758-BA47-57F2-32A48559455E}"/>
              </a:ext>
            </a:extLst>
          </p:cNvPr>
          <p:cNvSpPr txBox="1"/>
          <p:nvPr/>
        </p:nvSpPr>
        <p:spPr>
          <a:xfrm>
            <a:off x="194119" y="964952"/>
            <a:ext cx="309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Tech 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B3566-D652-3DF6-92F8-FD397A373066}"/>
              </a:ext>
            </a:extLst>
          </p:cNvPr>
          <p:cNvSpPr txBox="1"/>
          <p:nvPr/>
        </p:nvSpPr>
        <p:spPr>
          <a:xfrm>
            <a:off x="230695" y="2019743"/>
            <a:ext cx="3016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n-lt"/>
              </a:rPr>
              <a:t>This tech stack was selected to maximize the efficiency, security, and ease-of-use of this project’s system architecture.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F63B8-762D-AEB1-C06B-473784414DC2}"/>
              </a:ext>
            </a:extLst>
          </p:cNvPr>
          <p:cNvSpPr txBox="1"/>
          <p:nvPr/>
        </p:nvSpPr>
        <p:spPr>
          <a:xfrm>
            <a:off x="3946266" y="749272"/>
            <a:ext cx="2815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700" dirty="0">
                <a:latin typeface="Graphik Semibold" panose="020B0703030202060203" pitchFamily="34" charset="0"/>
              </a:rPr>
              <a:t>Database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A93CC3-DF1E-5807-62BF-CE278C32B7A0}"/>
              </a:ext>
            </a:extLst>
          </p:cNvPr>
          <p:cNvSpPr txBox="1"/>
          <p:nvPr/>
        </p:nvSpPr>
        <p:spPr>
          <a:xfrm>
            <a:off x="3946266" y="4342954"/>
            <a:ext cx="273943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700" dirty="0">
                <a:latin typeface="Graphik Semibold" panose="020B0703030202060203" pitchFamily="34" charset="0"/>
              </a:rPr>
              <a:t>Application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9BF76A-6370-A97B-5BAC-04A62D802CC9}"/>
              </a:ext>
            </a:extLst>
          </p:cNvPr>
          <p:cNvSpPr txBox="1"/>
          <p:nvPr/>
        </p:nvSpPr>
        <p:spPr>
          <a:xfrm>
            <a:off x="3946266" y="2342908"/>
            <a:ext cx="2868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700" dirty="0">
                <a:latin typeface="Graphik Semibold" panose="020B0703030202060203" pitchFamily="34" charset="0"/>
              </a:rPr>
              <a:t>Data 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6FEF0-98DA-4D3F-3736-D42957AF4CE1}"/>
              </a:ext>
            </a:extLst>
          </p:cNvPr>
          <p:cNvSpPr txBox="1"/>
          <p:nvPr/>
        </p:nvSpPr>
        <p:spPr>
          <a:xfrm>
            <a:off x="3946266" y="5521092"/>
            <a:ext cx="2868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700" dirty="0">
                <a:latin typeface="Graphik Semibold" panose="020B0703030202060203" pitchFamily="34" charset="0"/>
              </a:rPr>
              <a:t>Analysis &amp; Visualization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A31E05-391A-B4EA-A76B-8DD1D7B550B8}"/>
              </a:ext>
            </a:extLst>
          </p:cNvPr>
          <p:cNvCxnSpPr>
            <a:cxnSpLocks/>
          </p:cNvCxnSpPr>
          <p:nvPr/>
        </p:nvCxnSpPr>
        <p:spPr>
          <a:xfrm>
            <a:off x="5972465" y="3119934"/>
            <a:ext cx="211083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DED851D-4084-E779-ED72-C8452132D1E0}"/>
              </a:ext>
            </a:extLst>
          </p:cNvPr>
          <p:cNvCxnSpPr>
            <a:cxnSpLocks/>
          </p:cNvCxnSpPr>
          <p:nvPr/>
        </p:nvCxnSpPr>
        <p:spPr>
          <a:xfrm>
            <a:off x="6347369" y="1523662"/>
            <a:ext cx="173592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9AD149-8C9F-3457-94C3-FA24F04E2C53}"/>
              </a:ext>
            </a:extLst>
          </p:cNvPr>
          <p:cNvCxnSpPr>
            <a:cxnSpLocks/>
          </p:cNvCxnSpPr>
          <p:nvPr/>
        </p:nvCxnSpPr>
        <p:spPr>
          <a:xfrm>
            <a:off x="6274217" y="6298118"/>
            <a:ext cx="180907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E41A08-0737-0A87-055D-C1C194C27986}"/>
              </a:ext>
            </a:extLst>
          </p:cNvPr>
          <p:cNvCxnSpPr>
            <a:cxnSpLocks/>
          </p:cNvCxnSpPr>
          <p:nvPr/>
        </p:nvCxnSpPr>
        <p:spPr>
          <a:xfrm>
            <a:off x="6063905" y="4713625"/>
            <a:ext cx="201939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MySQL">
            <a:extLst>
              <a:ext uri="{FF2B5EF4-FFF2-40B4-BE49-F238E27FC236}">
                <a16:creationId xmlns:a16="http://schemas.microsoft.com/office/drawing/2014/main" id="{69A9E1C1-79D6-F3BB-0E1D-C8236C8C6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99699" y="241831"/>
            <a:ext cx="2138980" cy="144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 descr="Apache Spark - Wikipedia">
            <a:extLst>
              <a:ext uri="{FF2B5EF4-FFF2-40B4-BE49-F238E27FC236}">
                <a16:creationId xmlns:a16="http://schemas.microsoft.com/office/drawing/2014/main" id="{696288CB-B56D-FD96-AD69-4C4173E37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45419" y="2100104"/>
            <a:ext cx="2186892" cy="113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 descr="Tableau Logo PNG vector in SVG, PDF, AI ...">
            <a:extLst>
              <a:ext uri="{FF2B5EF4-FFF2-40B4-BE49-F238E27FC236}">
                <a16:creationId xmlns:a16="http://schemas.microsoft.com/office/drawing/2014/main" id="{83273657-3D95-0693-42FD-EFD27AA135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6" t="26893" r="7576" b="27293"/>
          <a:stretch/>
        </p:blipFill>
        <p:spPr bwMode="auto">
          <a:xfrm>
            <a:off x="8253979" y="5414074"/>
            <a:ext cx="2773718" cy="112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2B837933-29EB-CBF5-04CA-C6FA4888220A}"/>
              </a:ext>
            </a:extLst>
          </p:cNvPr>
          <p:cNvGrpSpPr/>
          <p:nvPr/>
        </p:nvGrpSpPr>
        <p:grpSpPr>
          <a:xfrm>
            <a:off x="8237288" y="3850431"/>
            <a:ext cx="3044844" cy="1019301"/>
            <a:chOff x="8210144" y="3782057"/>
            <a:chExt cx="3044844" cy="1019301"/>
          </a:xfrm>
        </p:grpSpPr>
        <p:pic>
          <p:nvPicPr>
            <p:cNvPr id="49" name="Picture 48" descr="Why Is The Python Programming Language ...">
              <a:extLst>
                <a:ext uri="{FF2B5EF4-FFF2-40B4-BE49-F238E27FC236}">
                  <a16:creationId xmlns:a16="http://schemas.microsoft.com/office/drawing/2014/main" id="{B2BA949E-85F9-C4F7-C873-4FDBDD23E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210144" y="3782057"/>
              <a:ext cx="995988" cy="9959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2" descr="Python logo and symbol, meaning, history, PNG">
              <a:extLst>
                <a:ext uri="{FF2B5EF4-FFF2-40B4-BE49-F238E27FC236}">
                  <a16:creationId xmlns:a16="http://schemas.microsoft.com/office/drawing/2014/main" id="{5CBEB3A4-926A-96DF-80C3-07BB4DE042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52" t="25503" r="5199" b="25503"/>
            <a:stretch/>
          </p:blipFill>
          <p:spPr bwMode="auto">
            <a:xfrm>
              <a:off x="9187844" y="3869790"/>
              <a:ext cx="2067144" cy="9315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54621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D22F7-DA8E-F9C0-EB94-4809CB9D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FD6C4DF-C076-22EF-97A8-959404D05ED4}"/>
              </a:ext>
            </a:extLst>
          </p:cNvPr>
          <p:cNvSpPr/>
          <p:nvPr/>
        </p:nvSpPr>
        <p:spPr>
          <a:xfrm>
            <a:off x="-9144" y="-64918"/>
            <a:ext cx="3483864" cy="6987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4" name="Content Placeholder 3" descr="A diagram of a data flow&#10;&#10;AI-generated content may be incorrect.">
            <a:extLst>
              <a:ext uri="{FF2B5EF4-FFF2-40B4-BE49-F238E27FC236}">
                <a16:creationId xmlns:a16="http://schemas.microsoft.com/office/drawing/2014/main" id="{80B6A02B-5973-8D34-8070-88566F5D6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817" y="661798"/>
            <a:ext cx="7659126" cy="48635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C6E40F-CC24-D616-A902-B3CFE5C0E9DC}"/>
              </a:ext>
            </a:extLst>
          </p:cNvPr>
          <p:cNvSpPr txBox="1"/>
          <p:nvPr/>
        </p:nvSpPr>
        <p:spPr>
          <a:xfrm>
            <a:off x="201347" y="2585740"/>
            <a:ext cx="30883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n-lt"/>
              </a:rPr>
              <a:t>The Data Client manages the ETL process and database queries.</a:t>
            </a:r>
          </a:p>
          <a:p>
            <a:endParaRPr lang="en-US" sz="1200" dirty="0">
              <a:solidFill>
                <a:schemeClr val="bg1"/>
              </a:solidFill>
              <a:latin typeface="+mn-lt"/>
            </a:endParaRPr>
          </a:p>
          <a:p>
            <a:r>
              <a:rPr lang="en-US" sz="1200" dirty="0">
                <a:solidFill>
                  <a:schemeClr val="bg1"/>
                </a:solidFill>
                <a:latin typeface="+mn-lt"/>
              </a:rPr>
              <a:t>The Transformers module contains file-specific transformer functions.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3F023A-303D-3379-B7C1-DBC252143B6A}"/>
              </a:ext>
            </a:extLst>
          </p:cNvPr>
          <p:cNvSpPr txBox="1"/>
          <p:nvPr/>
        </p:nvSpPr>
        <p:spPr>
          <a:xfrm>
            <a:off x="194119" y="964952"/>
            <a:ext cx="3095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Data Pipeline</a:t>
            </a:r>
          </a:p>
        </p:txBody>
      </p:sp>
    </p:spTree>
    <p:extLst>
      <p:ext uri="{BB962C8B-B14F-4D97-AF65-F5344CB8AC3E}">
        <p14:creationId xmlns:p14="http://schemas.microsoft.com/office/powerpoint/2010/main" val="3220776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8FE91-5C9E-8DBB-A756-7D26CCB9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9C2DFC-8FE3-47CA-37FA-4B8EC93C82BD}"/>
              </a:ext>
            </a:extLst>
          </p:cNvPr>
          <p:cNvSpPr/>
          <p:nvPr/>
        </p:nvSpPr>
        <p:spPr>
          <a:xfrm>
            <a:off x="-9144" y="-64918"/>
            <a:ext cx="3483864" cy="6987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C3E5FCE-5BAD-6B25-04E7-A9218F9E2FCB}"/>
              </a:ext>
            </a:extLst>
          </p:cNvPr>
          <p:cNvGrpSpPr/>
          <p:nvPr/>
        </p:nvGrpSpPr>
        <p:grpSpPr>
          <a:xfrm>
            <a:off x="5053526" y="741716"/>
            <a:ext cx="6195467" cy="5374568"/>
            <a:chOff x="5053526" y="741716"/>
            <a:chExt cx="6195467" cy="537456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EB22612-0D0E-FD58-3C1E-9AFED26B8EA2}"/>
                </a:ext>
              </a:extLst>
            </p:cNvPr>
            <p:cNvGrpSpPr/>
            <p:nvPr/>
          </p:nvGrpSpPr>
          <p:grpSpPr>
            <a:xfrm>
              <a:off x="5053526" y="741716"/>
              <a:ext cx="6195467" cy="5374568"/>
              <a:chOff x="5053526" y="741716"/>
              <a:chExt cx="6195467" cy="5374568"/>
            </a:xfrm>
          </p:grpSpPr>
          <p:pic>
            <p:nvPicPr>
              <p:cNvPr id="13" name="Picture 12" descr="A diagram of a data flow&#10;&#10;AI-generated content may be incorrect.">
                <a:extLst>
                  <a:ext uri="{FF2B5EF4-FFF2-40B4-BE49-F238E27FC236}">
                    <a16:creationId xmlns:a16="http://schemas.microsoft.com/office/drawing/2014/main" id="{EDF885A8-86E6-5FC7-72B2-4B2BCCFF4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3526" y="741716"/>
                <a:ext cx="6195467" cy="5374568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65236A4-EEF2-47DC-E544-EB0989C2683C}"/>
                  </a:ext>
                </a:extLst>
              </p:cNvPr>
              <p:cNvSpPr/>
              <p:nvPr/>
            </p:nvSpPr>
            <p:spPr>
              <a:xfrm>
                <a:off x="8646415" y="3150876"/>
                <a:ext cx="2363724" cy="28041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524F64B-C6F1-E3ED-E40D-D32C760AEED3}"/>
                </a:ext>
              </a:extLst>
            </p:cNvPr>
            <p:cNvSpPr txBox="1"/>
            <p:nvPr/>
          </p:nvSpPr>
          <p:spPr>
            <a:xfrm>
              <a:off x="5156624" y="3765307"/>
              <a:ext cx="1536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Request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5A844DE-19C0-D2A9-6C50-F8E414EBF116}"/>
                </a:ext>
              </a:extLst>
            </p:cNvPr>
            <p:cNvSpPr txBox="1"/>
            <p:nvPr/>
          </p:nvSpPr>
          <p:spPr>
            <a:xfrm>
              <a:off x="6795914" y="3788458"/>
              <a:ext cx="1536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Response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BEE8F3A-E199-CF90-260E-5BD42B4A0D6E}"/>
                </a:ext>
              </a:extLst>
            </p:cNvPr>
            <p:cNvSpPr txBox="1"/>
            <p:nvPr/>
          </p:nvSpPr>
          <p:spPr>
            <a:xfrm>
              <a:off x="7823624" y="1534527"/>
              <a:ext cx="1536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Query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54C8E4-ED73-3A8D-CC4F-40EADF910392}"/>
                </a:ext>
              </a:extLst>
            </p:cNvPr>
            <p:cNvSpPr txBox="1"/>
            <p:nvPr/>
          </p:nvSpPr>
          <p:spPr>
            <a:xfrm>
              <a:off x="7928776" y="2460909"/>
              <a:ext cx="1536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Data</a:t>
              </a:r>
            </a:p>
          </p:txBody>
        </p:sp>
      </p:grpSp>
      <p:sp>
        <p:nvSpPr>
          <p:cNvPr id="7" name="Moon 6">
            <a:extLst>
              <a:ext uri="{FF2B5EF4-FFF2-40B4-BE49-F238E27FC236}">
                <a16:creationId xmlns:a16="http://schemas.microsoft.com/office/drawing/2014/main" id="{DC1FB21B-BC12-C751-B85D-CFDFFBA2A0FC}"/>
              </a:ext>
            </a:extLst>
          </p:cNvPr>
          <p:cNvSpPr/>
          <p:nvPr/>
        </p:nvSpPr>
        <p:spPr>
          <a:xfrm rot="16200000">
            <a:off x="9769665" y="2524760"/>
            <a:ext cx="109728" cy="1178942"/>
          </a:xfrm>
          <a:prstGeom prst="mo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29FD8-958B-60CF-6B62-0E1787EC1D14}"/>
              </a:ext>
            </a:extLst>
          </p:cNvPr>
          <p:cNvSpPr txBox="1"/>
          <p:nvPr/>
        </p:nvSpPr>
        <p:spPr>
          <a:xfrm>
            <a:off x="197732" y="2585739"/>
            <a:ext cx="30883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n-lt"/>
              </a:rPr>
              <a:t>The Command-line Interface is the mouthpiece for the Data Client.</a:t>
            </a:r>
          </a:p>
          <a:p>
            <a:endParaRPr lang="en-US" sz="1200" dirty="0">
              <a:solidFill>
                <a:schemeClr val="bg1"/>
              </a:solidFill>
              <a:latin typeface="+mn-lt"/>
            </a:endParaRPr>
          </a:p>
          <a:p>
            <a:r>
              <a:rPr lang="en-US" sz="1200" dirty="0">
                <a:solidFill>
                  <a:schemeClr val="bg1"/>
                </a:solidFill>
                <a:latin typeface="+mn-lt"/>
              </a:rPr>
              <a:t>The Data Client queries the database for the data the CLI requested.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C07BA-6DDF-AFE5-28CE-1A84FD2A63A5}"/>
              </a:ext>
            </a:extLst>
          </p:cNvPr>
          <p:cNvSpPr txBox="1"/>
          <p:nvPr/>
        </p:nvSpPr>
        <p:spPr>
          <a:xfrm>
            <a:off x="194119" y="1166120"/>
            <a:ext cx="3095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solidFill>
                  <a:schemeClr val="bg1"/>
                </a:solidFill>
                <a:latin typeface="Graphik Semibold" panose="020B0703030202060203" pitchFamily="34" charset="0"/>
              </a:rPr>
              <a:t>Command- line Interface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BBB771F-612B-574C-58E3-92EA895DCDD1}"/>
                  </a:ext>
                </a:extLst>
              </p14:cNvPr>
              <p14:cNvContentPartPr/>
              <p14:nvPr/>
            </p14:nvContentPartPr>
            <p14:xfrm rot="3800452">
              <a:off x="9834199" y="3134855"/>
              <a:ext cx="14962" cy="2526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BBB771F-612B-574C-58E3-92EA895DCD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3800452">
                <a:off x="9828143" y="3129487"/>
                <a:ext cx="27074" cy="132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808365E-EDAC-DA6F-FB8D-E47AC9EB325E}"/>
                  </a:ext>
                </a:extLst>
              </p14:cNvPr>
              <p14:cNvContentPartPr/>
              <p14:nvPr/>
            </p14:nvContentPartPr>
            <p14:xfrm>
              <a:off x="9753439" y="3119119"/>
              <a:ext cx="130320" cy="17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808365E-EDAC-DA6F-FB8D-E47AC9EB32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47319" y="3112999"/>
                <a:ext cx="1425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2E25C39-0562-1257-E3D9-0648019DE98E}"/>
                  </a:ext>
                </a:extLst>
              </p14:cNvPr>
              <p14:cNvContentPartPr/>
              <p14:nvPr/>
            </p14:nvContentPartPr>
            <p14:xfrm>
              <a:off x="9800239" y="3119119"/>
              <a:ext cx="73800" cy="7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2E25C39-0562-1257-E3D9-0648019DE9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4119" y="3112999"/>
                <a:ext cx="860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AB79855-65FB-03AA-818C-95D8E9E24409}"/>
                  </a:ext>
                </a:extLst>
              </p14:cNvPr>
              <p14:cNvContentPartPr/>
              <p14:nvPr/>
            </p14:nvContentPartPr>
            <p14:xfrm>
              <a:off x="9788359" y="3116959"/>
              <a:ext cx="63000" cy="28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AB79855-65FB-03AA-818C-95D8E9E244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82239" y="3110839"/>
                <a:ext cx="7524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FF851F2-C995-57A2-A5BA-AAE5E8F5E30C}"/>
                  </a:ext>
                </a:extLst>
              </p14:cNvPr>
              <p14:cNvContentPartPr/>
              <p14:nvPr/>
            </p14:nvContentPartPr>
            <p14:xfrm>
              <a:off x="9800959" y="3112279"/>
              <a:ext cx="5472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FF851F2-C995-57A2-A5BA-AAE5E8F5E30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94839" y="3106159"/>
                <a:ext cx="6696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9819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8AFE97-2A8D-42C5-ED2C-EB4C5B8FB7E5}"/>
              </a:ext>
            </a:extLst>
          </p:cNvPr>
          <p:cNvGrpSpPr/>
          <p:nvPr/>
        </p:nvGrpSpPr>
        <p:grpSpPr>
          <a:xfrm>
            <a:off x="604003" y="3797946"/>
            <a:ext cx="10716609" cy="2425892"/>
            <a:chOff x="604003" y="3797946"/>
            <a:chExt cx="10716609" cy="2425892"/>
          </a:xfrm>
        </p:grpSpPr>
        <p:sp>
          <p:nvSpPr>
            <p:cNvPr id="3" name="Rectangle 2" descr="Hierarchy">
              <a:extLst>
                <a:ext uri="{FF2B5EF4-FFF2-40B4-BE49-F238E27FC236}">
                  <a16:creationId xmlns:a16="http://schemas.microsoft.com/office/drawing/2014/main" id="{64F6BC81-5B4A-38D1-ADF9-FB6795AFE229}"/>
                </a:ext>
              </a:extLst>
            </p:cNvPr>
            <p:cNvSpPr/>
            <p:nvPr/>
          </p:nvSpPr>
          <p:spPr>
            <a:xfrm>
              <a:off x="9192494" y="3879780"/>
              <a:ext cx="2128118" cy="2282782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" name="Rectangle 3" descr="Web Design">
              <a:extLst>
                <a:ext uri="{FF2B5EF4-FFF2-40B4-BE49-F238E27FC236}">
                  <a16:creationId xmlns:a16="http://schemas.microsoft.com/office/drawing/2014/main" id="{3FA704DA-6081-CA90-195C-6A558A30957F}"/>
                </a:ext>
              </a:extLst>
            </p:cNvPr>
            <p:cNvSpPr/>
            <p:nvPr/>
          </p:nvSpPr>
          <p:spPr>
            <a:xfrm>
              <a:off x="6296062" y="3941056"/>
              <a:ext cx="2128118" cy="2282782"/>
            </a:xfrm>
            <a:prstGeom prst="rect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Rectangle 4" descr="Computer">
              <a:extLst>
                <a:ext uri="{FF2B5EF4-FFF2-40B4-BE49-F238E27FC236}">
                  <a16:creationId xmlns:a16="http://schemas.microsoft.com/office/drawing/2014/main" id="{6D03FF60-A3C6-D414-911C-312B19655C17}"/>
                </a:ext>
              </a:extLst>
            </p:cNvPr>
            <p:cNvSpPr/>
            <p:nvPr/>
          </p:nvSpPr>
          <p:spPr>
            <a:xfrm>
              <a:off x="3399630" y="3941056"/>
              <a:ext cx="2128118" cy="2282782"/>
            </a:xfrm>
            <a:prstGeom prst="rect">
              <a:avLst/>
            </a:prstGeom>
            <a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6" name="Rectangle 5" descr="Database">
              <a:extLst>
                <a:ext uri="{FF2B5EF4-FFF2-40B4-BE49-F238E27FC236}">
                  <a16:creationId xmlns:a16="http://schemas.microsoft.com/office/drawing/2014/main" id="{6028DF88-8FE3-7061-1B9A-481D1DA2695D}"/>
                </a:ext>
              </a:extLst>
            </p:cNvPr>
            <p:cNvSpPr/>
            <p:nvPr/>
          </p:nvSpPr>
          <p:spPr>
            <a:xfrm>
              <a:off x="604003" y="3797946"/>
              <a:ext cx="2128118" cy="2364616"/>
            </a:xfrm>
            <a:prstGeom prst="rect">
              <a:avLst/>
            </a:prstGeom>
            <a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CBE6DD85-92C3-22C1-9BBD-E5F7CD38DA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2523049"/>
              </p:ext>
            </p:extLst>
          </p:nvPr>
        </p:nvGraphicFramePr>
        <p:xfrm>
          <a:off x="198590" y="1617994"/>
          <a:ext cx="11794820" cy="2872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2A0F1658-5E96-601B-3BBB-8F71B0373915}"/>
              </a:ext>
            </a:extLst>
          </p:cNvPr>
          <p:cNvSpPr/>
          <p:nvPr/>
        </p:nvSpPr>
        <p:spPr>
          <a:xfrm>
            <a:off x="-9144" y="-92349"/>
            <a:ext cx="12289536" cy="1546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D2C90E-11ED-2BD5-82CF-7233B2E1C7BE}"/>
              </a:ext>
            </a:extLst>
          </p:cNvPr>
          <p:cNvSpPr txBox="1"/>
          <p:nvPr/>
        </p:nvSpPr>
        <p:spPr>
          <a:xfrm>
            <a:off x="2892825" y="326830"/>
            <a:ext cx="6406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3203667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7ACF4-3600-67F9-835C-8DEA0B75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BCC6CFAC-E9CF-AA53-6BD6-2DAF81F01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3" r="5638" b="55486"/>
          <a:stretch/>
        </p:blipFill>
        <p:spPr>
          <a:xfrm>
            <a:off x="691579" y="2399432"/>
            <a:ext cx="3707775" cy="26368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A7D5B8-5B3C-547E-FFF6-9CDE326B62B6}"/>
              </a:ext>
            </a:extLst>
          </p:cNvPr>
          <p:cNvSpPr txBox="1"/>
          <p:nvPr/>
        </p:nvSpPr>
        <p:spPr>
          <a:xfrm>
            <a:off x="575929" y="1735052"/>
            <a:ext cx="3939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Flat File - Data </a:t>
            </a:r>
          </a:p>
        </p:txBody>
      </p:sp>
      <p:pic>
        <p:nvPicPr>
          <p:cNvPr id="8" name="Content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3CD634A-39AB-AF7E-58E3-ABC06FAE13E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738" b="58277"/>
          <a:stretch/>
        </p:blipFill>
        <p:spPr>
          <a:xfrm>
            <a:off x="7556366" y="2377832"/>
            <a:ext cx="3625850" cy="247173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27F2E4-CA81-614D-DCDC-4C62E875A523}"/>
              </a:ext>
            </a:extLst>
          </p:cNvPr>
          <p:cNvSpPr txBox="1"/>
          <p:nvPr/>
        </p:nvSpPr>
        <p:spPr>
          <a:xfrm>
            <a:off x="7854816" y="1734112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MySQL - Script</a:t>
            </a:r>
          </a:p>
        </p:txBody>
      </p:sp>
      <p:pic>
        <p:nvPicPr>
          <p:cNvPr id="11" name="Picture 2" descr="Load SQL file into MySQL in a few ...">
            <a:extLst>
              <a:ext uri="{FF2B5EF4-FFF2-40B4-BE49-F238E27FC236}">
                <a16:creationId xmlns:a16="http://schemas.microsoft.com/office/drawing/2014/main" id="{087E9349-B96B-32D0-4A05-987E91A69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280" y="2251437"/>
            <a:ext cx="2932841" cy="293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A4E1CE-B1FC-B0AD-2F6C-4AEDAE54F648}"/>
              </a:ext>
            </a:extLst>
          </p:cNvPr>
          <p:cNvSpPr txBox="1"/>
          <p:nvPr/>
        </p:nvSpPr>
        <p:spPr>
          <a:xfrm>
            <a:off x="575929" y="5331333"/>
            <a:ext cx="2604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Unformatted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Unsorted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Cannot be loaded into a database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CF4655C-7F3C-7DD7-B190-AE52C2A51AEB}"/>
              </a:ext>
            </a:extLst>
          </p:cNvPr>
          <p:cNvSpPr/>
          <p:nvPr/>
        </p:nvSpPr>
        <p:spPr>
          <a:xfrm>
            <a:off x="5047379" y="3325311"/>
            <a:ext cx="2013527" cy="785091"/>
          </a:xfrm>
          <a:prstGeom prst="rightArrow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F447B-43B5-9A7E-EB28-F69EB01E4BD2}"/>
              </a:ext>
            </a:extLst>
          </p:cNvPr>
          <p:cNvSpPr txBox="1"/>
          <p:nvPr/>
        </p:nvSpPr>
        <p:spPr>
          <a:xfrm>
            <a:off x="7463578" y="5331333"/>
            <a:ext cx="2604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>
                <a:latin typeface="+mj-lt"/>
              </a:rPr>
              <a:t>Initializes Database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+mj-lt"/>
              </a:rPr>
              <a:t>Creates Tables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+mj-lt"/>
              </a:rPr>
              <a:t>Specifies Schema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A67BC7-1B6C-B7A9-F006-35DFF4E19F2C}"/>
              </a:ext>
            </a:extLst>
          </p:cNvPr>
          <p:cNvSpPr txBox="1"/>
          <p:nvPr/>
        </p:nvSpPr>
        <p:spPr>
          <a:xfrm>
            <a:off x="7953171" y="1744911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MySQL</a:t>
            </a: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 </a:t>
            </a:r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Database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BEAF7-716C-372E-E31E-77FAD3F10371}"/>
              </a:ext>
            </a:extLst>
          </p:cNvPr>
          <p:cNvSpPr txBox="1"/>
          <p:nvPr/>
        </p:nvSpPr>
        <p:spPr>
          <a:xfrm>
            <a:off x="8019697" y="1745193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MySQL</a:t>
            </a: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 </a:t>
            </a:r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Database?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5FAC05-E615-FF04-F346-60CBBBE6747C}"/>
              </a:ext>
            </a:extLst>
          </p:cNvPr>
          <p:cNvSpPr/>
          <p:nvPr/>
        </p:nvSpPr>
        <p:spPr>
          <a:xfrm>
            <a:off x="-9144" y="-92349"/>
            <a:ext cx="12289536" cy="1546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D5633-449E-E651-E62A-116A0942430C}"/>
              </a:ext>
            </a:extLst>
          </p:cNvPr>
          <p:cNvSpPr txBox="1"/>
          <p:nvPr/>
        </p:nvSpPr>
        <p:spPr>
          <a:xfrm>
            <a:off x="2892825" y="326830"/>
            <a:ext cx="6406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Data Migration Setup</a:t>
            </a:r>
          </a:p>
        </p:txBody>
      </p:sp>
    </p:spTree>
    <p:extLst>
      <p:ext uri="{BB962C8B-B14F-4D97-AF65-F5344CB8AC3E}">
        <p14:creationId xmlns:p14="http://schemas.microsoft.com/office/powerpoint/2010/main" val="3501458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14" grpId="0" animBg="1"/>
      <p:bldP spid="15" grpId="0"/>
      <p:bldP spid="16" grpId="0"/>
      <p:bldP spid="16" grpId="1"/>
      <p:bldP spid="17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E6954-F878-A616-F399-083BF473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Right 13">
            <a:extLst>
              <a:ext uri="{FF2B5EF4-FFF2-40B4-BE49-F238E27FC236}">
                <a16:creationId xmlns:a16="http://schemas.microsoft.com/office/drawing/2014/main" id="{000254C5-2B6E-C812-B4A1-C95A30B528A7}"/>
              </a:ext>
            </a:extLst>
          </p:cNvPr>
          <p:cNvSpPr/>
          <p:nvPr/>
        </p:nvSpPr>
        <p:spPr>
          <a:xfrm>
            <a:off x="4765820" y="3306212"/>
            <a:ext cx="2013527" cy="785091"/>
          </a:xfrm>
          <a:prstGeom prst="rightArrow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01AEE-291A-20EA-5635-E348019F964D}"/>
              </a:ext>
            </a:extLst>
          </p:cNvPr>
          <p:cNvSpPr txBox="1"/>
          <p:nvPr/>
        </p:nvSpPr>
        <p:spPr>
          <a:xfrm>
            <a:off x="887023" y="1712099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SafeSQL</a:t>
            </a:r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 - Utility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641FE38-7B11-47EC-0314-5F18B07BE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85" y="2325518"/>
            <a:ext cx="3627026" cy="300167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0E4F30-6202-F1F4-3E2D-D91CFB7A9D1E}"/>
              </a:ext>
            </a:extLst>
          </p:cNvPr>
          <p:cNvSpPr txBox="1"/>
          <p:nvPr/>
        </p:nvSpPr>
        <p:spPr>
          <a:xfrm>
            <a:off x="587985" y="5525562"/>
            <a:ext cx="2604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General-Purpose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Database Interaction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Error Handling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933ACF-180D-740A-A414-4AD2AF049575}"/>
              </a:ext>
            </a:extLst>
          </p:cNvPr>
          <p:cNvSpPr txBox="1"/>
          <p:nvPr/>
        </p:nvSpPr>
        <p:spPr>
          <a:xfrm>
            <a:off x="7652790" y="1677923"/>
            <a:ext cx="346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Data Client - Component</a:t>
            </a:r>
          </a:p>
        </p:txBody>
      </p:sp>
      <p:pic>
        <p:nvPicPr>
          <p:cNvPr id="21" name="Picture 2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EDAF339-E7D3-5950-8340-283F540CE7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01" y="2325518"/>
            <a:ext cx="4435814" cy="266009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DDF174D-9B38-3A9B-4749-98496A37A94E}"/>
              </a:ext>
            </a:extLst>
          </p:cNvPr>
          <p:cNvSpPr txBox="1"/>
          <p:nvPr/>
        </p:nvSpPr>
        <p:spPr>
          <a:xfrm>
            <a:off x="7168201" y="5525562"/>
            <a:ext cx="3475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Application-Specific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Manages ETL Process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Utilizes MySQL and </a:t>
            </a:r>
            <a:r>
              <a:rPr lang="en-US" dirty="0" err="1">
                <a:latin typeface="+mj-lt"/>
              </a:rPr>
              <a:t>PySpark</a:t>
            </a:r>
            <a:r>
              <a:rPr lang="en-US" dirty="0">
                <a:latin typeface="+mj-lt"/>
              </a:rPr>
              <a:t> connections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9C43B0-5B2E-6335-5EB5-B2DD4B1A854C}"/>
              </a:ext>
            </a:extLst>
          </p:cNvPr>
          <p:cNvSpPr/>
          <p:nvPr/>
        </p:nvSpPr>
        <p:spPr>
          <a:xfrm>
            <a:off x="-9144" y="-92349"/>
            <a:ext cx="12289536" cy="1546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E09F8-17AB-7E7A-42C2-98558D95182D}"/>
              </a:ext>
            </a:extLst>
          </p:cNvPr>
          <p:cNvSpPr txBox="1"/>
          <p:nvPr/>
        </p:nvSpPr>
        <p:spPr>
          <a:xfrm>
            <a:off x="2892825" y="326830"/>
            <a:ext cx="6406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Data Pipeline</a:t>
            </a:r>
          </a:p>
        </p:txBody>
      </p:sp>
    </p:spTree>
    <p:extLst>
      <p:ext uri="{BB962C8B-B14F-4D97-AF65-F5344CB8AC3E}">
        <p14:creationId xmlns:p14="http://schemas.microsoft.com/office/powerpoint/2010/main" val="584810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/>
      <p:bldP spid="7" grpId="0"/>
      <p:bldP spid="19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2ACEE-12BC-FC0A-AB6E-464576E4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Right 13">
            <a:extLst>
              <a:ext uri="{FF2B5EF4-FFF2-40B4-BE49-F238E27FC236}">
                <a16:creationId xmlns:a16="http://schemas.microsoft.com/office/drawing/2014/main" id="{A5E5C198-6A64-9525-D6A4-C13CC0E01C90}"/>
              </a:ext>
            </a:extLst>
          </p:cNvPr>
          <p:cNvSpPr/>
          <p:nvPr/>
        </p:nvSpPr>
        <p:spPr>
          <a:xfrm>
            <a:off x="4939556" y="3325311"/>
            <a:ext cx="2013527" cy="785091"/>
          </a:xfrm>
          <a:prstGeom prst="rightArrow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0C7D004-0E44-7262-CFF5-320D357C4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056" y="2221524"/>
            <a:ext cx="4349230" cy="315914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7409C4-C699-EDC6-D092-10E6E6DD9761}"/>
              </a:ext>
            </a:extLst>
          </p:cNvPr>
          <p:cNvSpPr txBox="1"/>
          <p:nvPr/>
        </p:nvSpPr>
        <p:spPr>
          <a:xfrm>
            <a:off x="7868458" y="1605945"/>
            <a:ext cx="32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CLI Manager - Component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31FD49F-3110-FE75-CA33-EAF95EFED6E6}"/>
              </a:ext>
            </a:extLst>
          </p:cNvPr>
          <p:cNvGrpSpPr/>
          <p:nvPr/>
        </p:nvGrpSpPr>
        <p:grpSpPr>
          <a:xfrm>
            <a:off x="384326" y="1605945"/>
            <a:ext cx="4034246" cy="5004954"/>
            <a:chOff x="384326" y="1605945"/>
            <a:chExt cx="4034246" cy="5004954"/>
          </a:xfrm>
        </p:grpSpPr>
        <p:pic>
          <p:nvPicPr>
            <p:cNvPr id="6" name="Picture 5" descr="A screen shot of a computer program&#10;&#10;AI-generated content may be incorrect.">
              <a:extLst>
                <a:ext uri="{FF2B5EF4-FFF2-40B4-BE49-F238E27FC236}">
                  <a16:creationId xmlns:a16="http://schemas.microsoft.com/office/drawing/2014/main" id="{35AD2E29-1BCC-6EF3-F69F-F4E906A03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326" y="2221524"/>
              <a:ext cx="4034246" cy="2979701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00F5D8-6004-B12E-C291-550D644B076F}"/>
                </a:ext>
              </a:extLst>
            </p:cNvPr>
            <p:cNvSpPr txBox="1"/>
            <p:nvPr/>
          </p:nvSpPr>
          <p:spPr>
            <a:xfrm>
              <a:off x="1099116" y="1605945"/>
              <a:ext cx="260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+mj-lt"/>
                </a:rPr>
                <a:t>CLI Tool-Box - Utility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104336-1EB1-D96C-7A3C-50E76447CBB4}"/>
                </a:ext>
              </a:extLst>
            </p:cNvPr>
            <p:cNvSpPr txBox="1"/>
            <p:nvPr/>
          </p:nvSpPr>
          <p:spPr>
            <a:xfrm>
              <a:off x="384326" y="5687569"/>
              <a:ext cx="26046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dirty="0">
                  <a:latin typeface="+mj-lt"/>
                </a:rPr>
                <a:t>General-Purpose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latin typeface="+mj-lt"/>
                </a:rPr>
                <a:t>CLI Tool-Box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latin typeface="+mj-lt"/>
                </a:rPr>
                <a:t>Simple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1D7246C-B750-0B02-F15A-1E8BF6CD515F}"/>
              </a:ext>
            </a:extLst>
          </p:cNvPr>
          <p:cNvSpPr txBox="1"/>
          <p:nvPr/>
        </p:nvSpPr>
        <p:spPr>
          <a:xfrm>
            <a:off x="7306056" y="5687569"/>
            <a:ext cx="3337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Application-Specific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Human-readable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+mj-lt"/>
              </a:rPr>
              <a:t>Intuitive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51A4DC-C9B0-8C1D-C671-72BC66E436C2}"/>
              </a:ext>
            </a:extLst>
          </p:cNvPr>
          <p:cNvSpPr/>
          <p:nvPr/>
        </p:nvSpPr>
        <p:spPr>
          <a:xfrm>
            <a:off x="-9144" y="-92349"/>
            <a:ext cx="12289536" cy="1546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4C735-6048-E4C2-2E95-BC6C053CD492}"/>
              </a:ext>
            </a:extLst>
          </p:cNvPr>
          <p:cNvSpPr txBox="1"/>
          <p:nvPr/>
        </p:nvSpPr>
        <p:spPr>
          <a:xfrm>
            <a:off x="2892825" y="326830"/>
            <a:ext cx="6406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Command-line Interface</a:t>
            </a:r>
          </a:p>
        </p:txBody>
      </p:sp>
    </p:spTree>
    <p:extLst>
      <p:ext uri="{BB962C8B-B14F-4D97-AF65-F5344CB8AC3E}">
        <p14:creationId xmlns:p14="http://schemas.microsoft.com/office/powerpoint/2010/main" val="433942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D5252-BDA8-81EA-E049-ACF4790C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7E3A6C-A934-EA07-5E1E-624326BBCA94}"/>
              </a:ext>
            </a:extLst>
          </p:cNvPr>
          <p:cNvSpPr txBox="1"/>
          <p:nvPr/>
        </p:nvSpPr>
        <p:spPr>
          <a:xfrm>
            <a:off x="91440" y="85468"/>
            <a:ext cx="941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9DCB49-D384-19FD-9042-C2F46A7A85A1}"/>
              </a:ext>
            </a:extLst>
          </p:cNvPr>
          <p:cNvSpPr txBox="1"/>
          <p:nvPr/>
        </p:nvSpPr>
        <p:spPr>
          <a:xfrm>
            <a:off x="6533687" y="142470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Main - Application</a:t>
            </a:r>
          </a:p>
        </p:txBody>
      </p:sp>
      <p:pic>
        <p:nvPicPr>
          <p:cNvPr id="17" name="Picture 1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3CED81C-80A3-AA47-7F98-30778583D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906" y="835592"/>
            <a:ext cx="5526512" cy="5698618"/>
          </a:xfrm>
          <a:prstGeom prst="rect">
            <a:avLst/>
          </a:prstGeom>
          <a:ln w="127000" cap="sq">
            <a:solidFill>
              <a:srgbClr val="000000"/>
            </a:solidFill>
            <a:rou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Title 17">
            <a:extLst>
              <a:ext uri="{FF2B5EF4-FFF2-40B4-BE49-F238E27FC236}">
                <a16:creationId xmlns:a16="http://schemas.microsoft.com/office/drawing/2014/main" id="{FD387628-0C87-276B-3FB7-7BFAF673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94" y="829027"/>
            <a:ext cx="3371100" cy="830997"/>
          </a:xfrm>
        </p:spPr>
        <p:txBody>
          <a:bodyPr/>
          <a:lstStyle/>
          <a:p>
            <a:r>
              <a:rPr lang="en-US" sz="2700" dirty="0">
                <a:latin typeface="Graphik Semibold" panose="020B0703030202060203" pitchFamily="34" charset="0"/>
              </a:rPr>
              <a:t>Application 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6760F-7303-AEF4-0FEB-5A3AC51DDBBE}"/>
              </a:ext>
            </a:extLst>
          </p:cNvPr>
          <p:cNvSpPr txBox="1"/>
          <p:nvPr/>
        </p:nvSpPr>
        <p:spPr>
          <a:xfrm>
            <a:off x="495342" y="1927284"/>
            <a:ext cx="3573738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raphik Regular" panose="020B0503030202060203" pitchFamily="34" charset="0"/>
              </a:rPr>
              <a:t>The main responsibility of the application is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Graphik Regular" panose="020B0503030202060203" pitchFamily="34" charset="0"/>
              </a:rPr>
              <a:t>workflow management</a:t>
            </a:r>
            <a:r>
              <a:rPr lang="en-US" sz="1200" dirty="0">
                <a:latin typeface="Graphik Regular" panose="020B0503030202060203" pitchFamily="34" charset="0"/>
              </a:rPr>
              <a:t>. The following tasks are completed on application start:</a:t>
            </a:r>
          </a:p>
          <a:p>
            <a:endParaRPr lang="en-US" sz="1200" dirty="0">
              <a:latin typeface="Graphik Regular" panose="020B0503030202060203" pitchFamily="34" charset="0"/>
            </a:endParaRPr>
          </a:p>
          <a:p>
            <a:pPr marL="171450" indent="-171450">
              <a:spcAft>
                <a:spcPts val="1500"/>
              </a:spcAft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Graphik Regular" panose="020B0503030202060203" pitchFamily="34" charset="0"/>
              </a:rPr>
              <a:t>Establishes connections </a:t>
            </a:r>
            <a:r>
              <a:rPr lang="en-US" sz="1200" dirty="0">
                <a:latin typeface="Graphik Regular" panose="020B0503030202060203" pitchFamily="34" charset="0"/>
              </a:rPr>
              <a:t>to Apache Spark and MySQL.</a:t>
            </a:r>
          </a:p>
          <a:p>
            <a:pPr marL="171450" indent="-171450">
              <a:spcAft>
                <a:spcPts val="1500"/>
              </a:spcAft>
              <a:buFontTx/>
              <a:buChar char="-"/>
            </a:pPr>
            <a:r>
              <a:rPr lang="en-US" sz="1200" dirty="0">
                <a:latin typeface="Graphik Regular" panose="020B0503030202060203" pitchFamily="34" charset="0"/>
              </a:rPr>
              <a:t>Instantiates the Data Client and CLI Manager.</a:t>
            </a:r>
          </a:p>
          <a:p>
            <a:pPr marL="171450" indent="-171450">
              <a:spcAft>
                <a:spcPts val="1500"/>
              </a:spcAft>
              <a:buFontTx/>
              <a:buChar char="-"/>
            </a:pPr>
            <a:r>
              <a:rPr lang="en-US" sz="1200" dirty="0">
                <a:latin typeface="Graphik Regular" panose="020B0503030202060203" pitchFamily="34" charset="0"/>
              </a:rPr>
              <a:t>Distributes connections to the respective components where necessary.</a:t>
            </a:r>
          </a:p>
        </p:txBody>
      </p:sp>
    </p:spTree>
    <p:extLst>
      <p:ext uri="{BB962C8B-B14F-4D97-AF65-F5344CB8AC3E}">
        <p14:creationId xmlns:p14="http://schemas.microsoft.com/office/powerpoint/2010/main" val="2929353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10A06E-A0C1-FA0D-6450-B3FF36D8B78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47613038"/>
              </p:ext>
            </p:extLst>
          </p:nvPr>
        </p:nvGraphicFramePr>
        <p:xfrm>
          <a:off x="3829050" y="531607"/>
          <a:ext cx="8039100" cy="5794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9550">
                  <a:extLst>
                    <a:ext uri="{9D8B030D-6E8A-4147-A177-3AD203B41FA5}">
                      <a16:colId xmlns:a16="http://schemas.microsoft.com/office/drawing/2014/main" val="1426508989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3878271463"/>
                    </a:ext>
                  </a:extLst>
                </a:gridCol>
              </a:tblGrid>
              <a:tr h="4187418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Application &amp; Requirements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main.py 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requirements.txt</a:t>
                      </a:r>
                    </a:p>
                    <a:p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Components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├── data_client.py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└── menu.py       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Configurations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config/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└── constants.py  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</a:t>
                      </a:r>
                    </a:p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Jar Files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jars/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└── mysql-connector-j-9.3.0.jar</a:t>
                      </a:r>
                    </a:p>
                    <a:p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Flat file data 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data/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├──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cdw_sapp_branch.json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├──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cdw_sapp_credit_card.json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└──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cdw_sapp_customer.json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025" marR="95025" marT="47512" marB="47512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SQL Scripts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├──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cli_script.sql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└──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init.sql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</a:t>
                      </a:r>
                    </a:p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Utilities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utils/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├── cli.py        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├── transformers.py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├── logging.py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└── sql.py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Documentation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docs/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├── CAP350_Project_Specs.pdf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├── diagrams/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└── mapping/   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025" marR="95025" marT="47512" marB="47512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2151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D87127B-5483-A69F-2F52-DB0823BA64A8}"/>
              </a:ext>
            </a:extLst>
          </p:cNvPr>
          <p:cNvSpPr/>
          <p:nvPr/>
        </p:nvSpPr>
        <p:spPr>
          <a:xfrm>
            <a:off x="-9144" y="-64918"/>
            <a:ext cx="3483864" cy="6987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FEFDE-B1FE-CEA2-9E61-4D458F276997}"/>
              </a:ext>
            </a:extLst>
          </p:cNvPr>
          <p:cNvSpPr txBox="1"/>
          <p:nvPr/>
        </p:nvSpPr>
        <p:spPr>
          <a:xfrm>
            <a:off x="201347" y="2585740"/>
            <a:ext cx="308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n-lt"/>
              </a:rPr>
              <a:t>This file structure was chosen to group files by purpose in a concise and meaningful way to maximize readability.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2AC1EB-11CE-B95D-6308-B507FA7A97D0}"/>
              </a:ext>
            </a:extLst>
          </p:cNvPr>
          <p:cNvSpPr txBox="1"/>
          <p:nvPr/>
        </p:nvSpPr>
        <p:spPr>
          <a:xfrm>
            <a:off x="194119" y="964952"/>
            <a:ext cx="3095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1753993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D556-D259-D13E-1807-242B2603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1A8E02B-6D5B-6316-F39B-841F7E7E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459" y="397188"/>
            <a:ext cx="6512433" cy="682611"/>
          </a:xfr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Autofit/>
          </a:bodyPr>
          <a:lstStyle/>
          <a:p>
            <a:pPr lvl="0" algn="ctr" defTabSz="914377">
              <a:lnSpc>
                <a:spcPct val="80000"/>
              </a:lnSpc>
              <a:defRPr/>
            </a:pPr>
            <a:r>
              <a:rPr lang="en-US" sz="4000" dirty="0">
                <a:solidFill>
                  <a:schemeClr val="tx1"/>
                </a:solidFill>
              </a:rPr>
              <a:t>Thank you for your time!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990667-BE16-B00A-444D-924B2118B79C}"/>
              </a:ext>
            </a:extLst>
          </p:cNvPr>
          <p:cNvSpPr txBox="1"/>
          <p:nvPr/>
        </p:nvSpPr>
        <p:spPr>
          <a:xfrm>
            <a:off x="8852379" y="4075568"/>
            <a:ext cx="2955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b="1" dirty="0">
                <a:latin typeface="Graphik"/>
                <a:ea typeface="Calibri"/>
                <a:cs typeface="Calibri"/>
              </a:rPr>
              <a:t>linkedin.com/in/</a:t>
            </a:r>
            <a:r>
              <a:rPr lang="en-US" sz="1200" b="1" dirty="0" err="1">
                <a:latin typeface="Graphik"/>
                <a:ea typeface="Calibri"/>
                <a:cs typeface="Calibri"/>
              </a:rPr>
              <a:t>kennycopas</a:t>
            </a:r>
            <a:endParaRPr lang="en-US" sz="1200" b="1" dirty="0">
              <a:latin typeface="Graphik"/>
              <a:ea typeface="Calibri"/>
              <a:cs typeface="Calibri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346A7AF-45E4-35B0-3571-801BB884FC34}"/>
              </a:ext>
            </a:extLst>
          </p:cNvPr>
          <p:cNvGrpSpPr/>
          <p:nvPr/>
        </p:nvGrpSpPr>
        <p:grpSpPr>
          <a:xfrm>
            <a:off x="8955979" y="1415090"/>
            <a:ext cx="2748416" cy="2474251"/>
            <a:chOff x="4599384" y="878574"/>
            <a:chExt cx="3594566" cy="3235996"/>
          </a:xfrm>
          <a:effectLst/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B672FDD-E7E1-4B49-D5F0-3873CBEC13D7}"/>
                </a:ext>
              </a:extLst>
            </p:cNvPr>
            <p:cNvGrpSpPr/>
            <p:nvPr/>
          </p:nvGrpSpPr>
          <p:grpSpPr>
            <a:xfrm>
              <a:off x="5066796" y="1240853"/>
              <a:ext cx="2896787" cy="2873717"/>
              <a:chOff x="6834664" y="1467276"/>
              <a:chExt cx="2094737" cy="2078056"/>
            </a:xfrm>
          </p:grpSpPr>
          <p:pic>
            <p:nvPicPr>
              <p:cNvPr id="13" name="Picture 12" descr="A qr code with a few black squares&#10;&#10;AI-generated content may be incorrect.">
                <a:extLst>
                  <a:ext uri="{FF2B5EF4-FFF2-40B4-BE49-F238E27FC236}">
                    <a16:creationId xmlns:a16="http://schemas.microsoft.com/office/drawing/2014/main" id="{E12B0BD0-AEAC-2DB8-2559-6FD7FBCD96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34664" y="1467276"/>
                <a:ext cx="1923329" cy="1923324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  <a:effectLst/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</p:pic>
          <p:pic>
            <p:nvPicPr>
              <p:cNvPr id="1026" name="Picture 2" descr="GitHub Logos and Usage · GitHub">
                <a:extLst>
                  <a:ext uri="{FF2B5EF4-FFF2-40B4-BE49-F238E27FC236}">
                    <a16:creationId xmlns:a16="http://schemas.microsoft.com/office/drawing/2014/main" id="{A7851A34-15B4-8B21-C508-B0795A31DF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807" t="7066" r="12981" b="4981"/>
              <a:stretch/>
            </p:blipFill>
            <p:spPr bwMode="auto">
              <a:xfrm>
                <a:off x="8353421" y="2968016"/>
                <a:ext cx="575980" cy="577316"/>
              </a:xfrm>
              <a:prstGeom prst="flowChartConnector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CEA849B-49C0-1E10-E443-D32429D46CCC}"/>
                </a:ext>
              </a:extLst>
            </p:cNvPr>
            <p:cNvSpPr txBox="1"/>
            <p:nvPr/>
          </p:nvSpPr>
          <p:spPr>
            <a:xfrm>
              <a:off x="4599384" y="878574"/>
              <a:ext cx="3594566" cy="3622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latin typeface="Graphik" panose="020B0503030202060203" pitchFamily="34" charset="0"/>
                </a:rPr>
                <a:t>github.com/</a:t>
              </a:r>
              <a:r>
                <a:rPr lang="en-US" sz="1200" b="1" dirty="0" err="1">
                  <a:latin typeface="Graphik" panose="020B0503030202060203" pitchFamily="34" charset="0"/>
                </a:rPr>
                <a:t>kencopas</a:t>
              </a:r>
              <a:r>
                <a:rPr lang="en-US" sz="1200" b="1" dirty="0">
                  <a:latin typeface="Graphik" panose="020B0503030202060203" pitchFamily="34" charset="0"/>
                </a:rPr>
                <a:t>/Capstone</a:t>
              </a:r>
            </a:p>
          </p:txBody>
        </p:sp>
      </p:grp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B7095A97-CC1A-FC67-A254-2E667B1CFB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882764"/>
              </p:ext>
            </p:extLst>
          </p:nvPr>
        </p:nvGraphicFramePr>
        <p:xfrm>
          <a:off x="2499114" y="1838406"/>
          <a:ext cx="7557930" cy="4553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43173C7B-37E6-C5E7-AC15-4452494FD3BA}"/>
              </a:ext>
            </a:extLst>
          </p:cNvPr>
          <p:cNvSpPr txBox="1"/>
          <p:nvPr/>
        </p:nvSpPr>
        <p:spPr>
          <a:xfrm>
            <a:off x="5102157" y="1421726"/>
            <a:ext cx="25802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latin typeface="Graphik Semibold" panose="020B0703030202060203" pitchFamily="34" charset="0"/>
              </a:rPr>
              <a:t>Project Recap</a:t>
            </a:r>
          </a:p>
        </p:txBody>
      </p:sp>
      <p:pic>
        <p:nvPicPr>
          <p:cNvPr id="61" name="Picture 60" descr="A mesh net in pink and purple hue forming a 3D outline">
            <a:extLst>
              <a:ext uri="{FF2B5EF4-FFF2-40B4-BE49-F238E27FC236}">
                <a16:creationId xmlns:a16="http://schemas.microsoft.com/office/drawing/2014/main" id="{8A5BE88B-DB21-7547-7967-7C0D9F1896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0" r="68570"/>
          <a:stretch/>
        </p:blipFill>
        <p:spPr>
          <a:xfrm>
            <a:off x="-9144" y="-50777"/>
            <a:ext cx="3602090" cy="695955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83485A2-6D68-E80B-8291-3815A19B6AE1}"/>
              </a:ext>
            </a:extLst>
          </p:cNvPr>
          <p:cNvSpPr txBox="1"/>
          <p:nvPr/>
        </p:nvSpPr>
        <p:spPr>
          <a:xfrm flipH="1">
            <a:off x="273173" y="3982997"/>
            <a:ext cx="3037453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latin typeface="Graphik" panose="020B0503030202060203" pitchFamily="34" charset="0"/>
              </a:rPr>
              <a:t>Kenny Copas</a:t>
            </a:r>
          </a:p>
          <a:p>
            <a:pPr algn="ctr">
              <a:defRPr/>
            </a:pPr>
            <a:endParaRPr lang="en-US" sz="2400" b="1" dirty="0">
              <a:solidFill>
                <a:srgbClr val="FFFFFF"/>
              </a:solidFill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Data Engineer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PeopleShores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 PBC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FFFFFF"/>
                </a:solidFill>
                <a:latin typeface="Graphik" panose="020B0503030202060203" pitchFamily="34" charset="0"/>
              </a:rPr>
              <a:t>Tampa, FL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solidFill>
                <a:srgbClr val="FFFFFF"/>
              </a:solidFill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Graphik" panose="020B0503030202060203" pitchFamily="34" charset="0"/>
                <a:ea typeface="Calibri"/>
                <a:cs typeface="Calibri"/>
              </a:rPr>
              <a:t>linkedin.com/in/</a:t>
            </a:r>
            <a:r>
              <a:rPr lang="en-US" sz="1400" b="1" dirty="0" err="1">
                <a:solidFill>
                  <a:srgbClr val="FFFFFF"/>
                </a:solidFill>
                <a:latin typeface="Graphik" panose="020B0503030202060203" pitchFamily="34" charset="0"/>
                <a:ea typeface="Calibri"/>
                <a:cs typeface="Calibri"/>
              </a:rPr>
              <a:t>kennycopas</a:t>
            </a:r>
            <a:endParaRPr lang="en-US" sz="1400" i="0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Graphik" panose="020B0503030202060203" pitchFamily="34" charset="0"/>
              <a:ea typeface="Calibri"/>
              <a:cs typeface="Calibri"/>
            </a:endParaRPr>
          </a:p>
        </p:txBody>
      </p:sp>
      <p:pic>
        <p:nvPicPr>
          <p:cNvPr id="63" name="Picture 62" descr="A person taking a selfie&#10;&#10;AI-generated content may be incorrect.">
            <a:extLst>
              <a:ext uri="{FF2B5EF4-FFF2-40B4-BE49-F238E27FC236}">
                <a16:creationId xmlns:a16="http://schemas.microsoft.com/office/drawing/2014/main" id="{FBB00C90-CC55-16E1-9EE4-441DD86246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9" b="1445"/>
          <a:stretch/>
        </p:blipFill>
        <p:spPr>
          <a:xfrm>
            <a:off x="591314" y="656695"/>
            <a:ext cx="2401173" cy="2401173"/>
          </a:xfrm>
          <a:prstGeom prst="ellipse">
            <a:avLst/>
          </a:prstGeom>
        </p:spPr>
      </p:pic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FF34B369-FD89-50D2-56C0-AD386AAB4146}"/>
              </a:ext>
            </a:extLst>
          </p:cNvPr>
          <p:cNvCxnSpPr>
            <a:cxnSpLocks/>
          </p:cNvCxnSpPr>
          <p:nvPr/>
        </p:nvCxnSpPr>
        <p:spPr>
          <a:xfrm flipV="1">
            <a:off x="4612460" y="1112080"/>
            <a:ext cx="6512433" cy="1651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7AE0FD4-DA6A-E9AA-7FF0-728D47220BA9}"/>
              </a:ext>
            </a:extLst>
          </p:cNvPr>
          <p:cNvGrpSpPr/>
          <p:nvPr/>
        </p:nvGrpSpPr>
        <p:grpSpPr>
          <a:xfrm>
            <a:off x="9329443" y="4388008"/>
            <a:ext cx="2250864" cy="2239788"/>
            <a:chOff x="9226784" y="4290785"/>
            <a:chExt cx="2250864" cy="2239788"/>
          </a:xfrm>
        </p:grpSpPr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6B471E82-6D64-F375-134A-EAC7E1C55105}"/>
                </a:ext>
              </a:extLst>
            </p:cNvPr>
            <p:cNvGrpSpPr/>
            <p:nvPr/>
          </p:nvGrpSpPr>
          <p:grpSpPr>
            <a:xfrm>
              <a:off x="9226784" y="4290785"/>
              <a:ext cx="2026508" cy="2026508"/>
              <a:chOff x="5375189" y="2199503"/>
              <a:chExt cx="2026508" cy="2026508"/>
            </a:xfrm>
          </p:grpSpPr>
          <p:sp>
            <p:nvSpPr>
              <p:cNvPr id="1029" name="Rectangle 1028">
                <a:extLst>
                  <a:ext uri="{FF2B5EF4-FFF2-40B4-BE49-F238E27FC236}">
                    <a16:creationId xmlns:a16="http://schemas.microsoft.com/office/drawing/2014/main" id="{A8E79BEA-51C5-BE34-9E0C-A16C679E3B9A}"/>
                  </a:ext>
                </a:extLst>
              </p:cNvPr>
              <p:cNvSpPr/>
              <p:nvPr/>
            </p:nvSpPr>
            <p:spPr>
              <a:xfrm>
                <a:off x="5375189" y="2199503"/>
                <a:ext cx="2026508" cy="202650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28" name="Picture 1027" descr="A qr code with a few black squares&#10;&#10;AI-generated content may be incorrect.">
                <a:extLst>
                  <a:ext uri="{FF2B5EF4-FFF2-40B4-BE49-F238E27FC236}">
                    <a16:creationId xmlns:a16="http://schemas.microsoft.com/office/drawing/2014/main" id="{2D64E583-1D35-8B8B-8831-D489A8AA2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29539" y="2261511"/>
                <a:ext cx="1925526" cy="1917406"/>
              </a:xfrm>
              <a:prstGeom prst="rect">
                <a:avLst/>
              </a:prstGeom>
              <a:ln w="28575">
                <a:noFill/>
              </a:ln>
              <a:effectLst/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</p:pic>
        </p:grpSp>
        <p:pic>
          <p:nvPicPr>
            <p:cNvPr id="1034" name="Picture 40" descr="LinkedIn">
              <a:extLst>
                <a:ext uri="{FF2B5EF4-FFF2-40B4-BE49-F238E27FC236}">
                  <a16:creationId xmlns:a16="http://schemas.microsoft.com/office/drawing/2014/main" id="{F9B7BB6F-25B4-C4F8-2C1E-C32D3AF515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66103" y="5919029"/>
              <a:ext cx="611545" cy="611544"/>
            </a:xfrm>
            <a:prstGeom prst="flowChartConnector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2270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ccenture">
  <a:themeElements>
    <a:clrScheme name="Accenture">
      <a:dk1>
        <a:srgbClr val="000000"/>
      </a:dk1>
      <a:lt1>
        <a:sysClr val="window" lastClr="FFFFFF"/>
      </a:lt1>
      <a:dk2>
        <a:srgbClr val="460073"/>
      </a:dk2>
      <a:lt2>
        <a:srgbClr val="F1F1EF"/>
      </a:lt2>
      <a:accent1>
        <a:srgbClr val="A100FF"/>
      </a:accent1>
      <a:accent2>
        <a:srgbClr val="7500C0"/>
      </a:accent2>
      <a:accent3>
        <a:srgbClr val="C2A3FF"/>
      </a:accent3>
      <a:accent4>
        <a:srgbClr val="460073"/>
      </a:accent4>
      <a:accent5>
        <a:srgbClr val="CFCFCF"/>
      </a:accent5>
      <a:accent6>
        <a:srgbClr val="F1F1EF"/>
      </a:accent6>
      <a:hlink>
        <a:srgbClr val="224BFF"/>
      </a:hlink>
      <a:folHlink>
        <a:srgbClr val="7500C0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ure" id="{203FC89F-31E3-4D7A-9C2F-55FF09D030C3}" vid="{1886F1A6-D23E-4C6A-B011-E57DBC5EB3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Accenture</Template>
  <TotalTime>684</TotalTime>
  <Words>962</Words>
  <Application>Microsoft Office PowerPoint</Application>
  <PresentationFormat>Widescreen</PresentationFormat>
  <Paragraphs>252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Consolas</vt:lpstr>
      <vt:lpstr>Graphik</vt:lpstr>
      <vt:lpstr>Graphik Medium</vt:lpstr>
      <vt:lpstr>Graphik Regular</vt:lpstr>
      <vt:lpstr>Graphik Semibold</vt:lpstr>
      <vt:lpstr>Trebuchet MS</vt:lpstr>
      <vt:lpstr>Accenture</vt:lpstr>
      <vt:lpstr>PowerPoint Presentation</vt:lpstr>
      <vt:lpstr>Professional Summary</vt:lpstr>
      <vt:lpstr>Client’s problem, our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Workflow</vt:lpstr>
      <vt:lpstr>PowerPoint Presentation</vt:lpstr>
      <vt:lpstr>Thank you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Kenneth Copas</dc:creator>
  <cp:lastModifiedBy>Kenneth Copas</cp:lastModifiedBy>
  <cp:revision>2</cp:revision>
  <dcterms:created xsi:type="dcterms:W3CDTF">2025-05-27T13:44:27Z</dcterms:created>
  <dcterms:modified xsi:type="dcterms:W3CDTF">2025-06-22T17:54:54Z</dcterms:modified>
</cp:coreProperties>
</file>